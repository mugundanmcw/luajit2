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LLVM AArch64 Register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B8C2D9"/>
                </a:solidFill>
                <a:latin typeface="Calibri"/>
              </a:rPr>
              <a:t>Why → What → How → What if a specific register is required?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B8C2D9"/>
                </a:solidFill>
                <a:latin typeface="Calibri"/>
              </a:rPr>
              <a:t>A source-code-driven tour of LLVM's register allocator and the AArch64 backend's register definitions, constraints, and ABI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Why register
allocation?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What LLVM does
(generic infra)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How AArch64
constrains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What if a fixed
register is needed?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 (generic RegAlloc*); llvm/lib/Target/AArch64/ (AArch64RegisterInfo.*, .td)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Core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49743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>
                <a:solidFill>
                  <a:srgbClr val="F6C177"/>
                </a:solidFill>
                <a:latin typeface="Consolas"/>
              </a:rPr>
              <a:t>%v1 = add %v2, %v3</a:t>
            </a:r>
          </a:p>
          <a:p>
            <a:pPr>
              <a:spcAft>
                <a:spcPts val="200"/>
              </a:spcAft>
            </a:pPr>
            <a:r>
              <a:rPr sz="1700">
                <a:solidFill>
                  <a:srgbClr val="F6C177"/>
                </a:solidFill>
                <a:latin typeface="Consolas"/>
              </a:rPr>
              <a:t>%v4 = mul %v1, %v5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%v1, %v2, ... are virtual registers - unlimited, SSA-like names used throughout instruction selection.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Real CPUs have a small, FIXED number of physical registers.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AArch64 has 31 general-purpose registers (X0-X30) plus SP, and a separate FP/SIMD file (V0-V31) - finite in both cases.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Before code can execute, every virtual register must be mapped to a physical register (or a stack slot).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623560" cy="4389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07492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Virtual Registers
%v1, %v2, %v3, ...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92540.0" y="2743200"/>
            <a:ext cx="0.0" cy="27432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3017520"/>
            <a:ext cx="5074920" cy="10515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Register Allocation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92540.0" y="4069080"/>
            <a:ext cx="0.0" cy="27432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4343400"/>
            <a:ext cx="507492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Physical Registers
X0  X1  X2  ...  X30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llvm/lib/CodeGen/MachineRegisterInfo.h (virtual regs); AArch64RegisterInfo.td (physical regs)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Can't LLVM Just Assign Registers Immediately?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A function can define thousands of virtual registers; AArch64 has only ~31 usable GPRs and ~32 FP/SIMD registers.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Many virtual registers are LIVE at the same time (their values are needed simultaneously) - they can't share one physical register.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Some instructions require a SPECIFIC physical register (calling convention, tied operands, special instructions).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Calling conventions reserve some registers for arguments/results and clobber others across calls.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Register classes restrict which physical registers are even legal for a given virtual register (e.g. GPR vs FPR).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When demand exceeds supply, something must SPILL to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5212080" cy="4480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Live ranges overlapping in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031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onsolas"/>
              </a:rPr>
              <a:t>        1    2    3    4    5    6    7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6888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42A37"/>
                </a:solidFill>
                <a:latin typeface="Calibri"/>
              </a:rPr>
              <a:t>V1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578608"/>
            <a:ext cx="1645920" cy="25603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97180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42A37"/>
                </a:solidFill>
                <a:latin typeface="Calibri"/>
              </a:rPr>
              <a:t>V2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081528"/>
            <a:ext cx="2194560" cy="25603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747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42A37"/>
                </a:solidFill>
                <a:latin typeface="Calibri"/>
              </a:rPr>
              <a:t>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584448"/>
            <a:ext cx="1645920" cy="25603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0690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B66"/>
                </a:solidFill>
                <a:latin typeface="Calibri"/>
              </a:rPr>
              <a:t>V1 and V2 overlap (2-3): they need DIFFERENT physical registers.
V2 and V3 overlap (4-6): same 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llvm/lib/CodeGen/LiveInterval.h / LiveIntervals.cpp (live range representation)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Register Allocation Happens in LLVM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LLVM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93852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10312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Instruction 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67004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83464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MachineInstr / MIR
(virtual registers)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40156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3566160"/>
            <a:ext cx="50292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Register Allocation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413308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429768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Physical Registers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.0" y="486460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502920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Prologue/Epilogue +
Late CodeGen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.0" y="5596128"/>
            <a:ext cx="0.0" cy="16459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576072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MC / Assembly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71600"/>
            <a:ext cx="2834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Register allocation operates on Machine IR (MachineFunction / MachineBasicBlock / MachineInstr), NOT on LLVM IR.
Key generic types:
• MachineFunction
• MachineBasicBlock
• MachineInstr
• MachineRegisterInfo (tracks virtual regs + their def/use lists)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llvm/include/llvm/CodeGen/MachineFunction.h, MachineInstr.h, MachineRegisterInfo.h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Virtual vs Physical Registers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Virtual registers (%0, %1, %2, ...) are unlimited SSA-like names assigned during instruction selection.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Physical registers (X0, X1, ..., W0, W1, ..., SP, FP/X29, LR/X30) are the real hardware registers named in AArch64RegisterInfo.td.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Virtual registers let earlier CodeGen phases (ISel, scheduling, SSA-based optimizations) ignore register scarcity entirely.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▸  </a:t>
            </a:r>
            <a:r>
              <a:rPr sz="1450">
                <a:solidFill>
                  <a:srgbClr val="242A37"/>
                </a:solidFill>
                <a:latin typeface="Calibri"/>
              </a:rPr>
              <a:t>MachineRegisterInfo::createVirtualRegister creates them; each carries a required register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34840"/>
            <a:ext cx="11247120" cy="1600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Before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846320"/>
            <a:ext cx="4114800" cy="10972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919472"/>
            <a:ext cx="378561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%10 =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%11 =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%12 =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257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1F6F8B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After allocation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846320"/>
            <a:ext cx="4114800" cy="10972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919472"/>
            <a:ext cx="3785616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%10 -&gt; X8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%11 -&gt; X9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%12 -&gt; X10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llvm/include/llvm/CodeGen/MachineRegisterInfo.h; llvm/include/llvm/CodeGen/VirtRegMap.h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 Register File and Register Classes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5029200"/>
              </a:tblGrid>
              <a:tr h="50945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Register class (.td)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GPR32 / GPR64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W0-W30 / X0-X30 (no SP)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General-purpose, excludes SP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GPR32sp / GPR64sp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GPR32/64 + WSP/SP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Used where SP is a legal operand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GPR64common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X0-X28, FP, LR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Shared base for coalescer-friendly subclasses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tcGPR64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GPR64common minus X19-X28,FP,LR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Safe registers for indirect tail calls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FPR8/16/32/64/128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B0-B31 ... Q0-Q31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Scalar FP/SIMD register classes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PPR / ZPR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P0-P15 / Z0-Z31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SVE predicate / vector registers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W (32-bit) and X (64-bit) are two VIEWS of the same physical register (sub_32 sub-register relationship) - not separate registers.
Register allocation generally chooses from a register class, not any arbitrary physical register - the class defines what is legal for that operand.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AArch64RegisterInfo.td: def GPR32/GPR64/GPR64common/tcGPR64/FPR*/PPR/ZPR (RegisterClass defs)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Exactly Does a Register Allocator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Virtual Register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938528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066544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Determine legal physical registers
(register class)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633472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761488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Check interference
(live range overlap)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328416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3456432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Choose physical register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4023360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63040" y="4151376"/>
            <a:ext cx="3931920" cy="54864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available? YES -&gt; assign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151376"/>
            <a:ext cx="429768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unavailable? -&gt; spill / reload / split / evict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928616"/>
            <a:ext cx="5029200" cy="502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Rewrite MachineInstrs (VirtRegRewriter)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05856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Responsibilities in one pass: assignment, interference checking, spilling, reloading, coalescing copies, and honoring register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llvm/lib/CodeGen/RegAllocBase.h (common driver); VirtRegRewriter.cpp (final MI rewrite)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REGISTER ALLOCATION?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LLVM Register Allocation Algorithms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2651760"/>
                <a:gridCol w="2560320"/>
              </a:tblGrid>
              <a:tr h="603504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Allocator (-regalloc=)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What / When used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Weakness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greedy (DEFAULT)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-O1/-O2/-O3; global, priority-based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High quality, splitting+eviction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More complex, slower than fast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-O0; local, single-pass per block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Very fast compile time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Poor code quality, more spills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Simple reference allocator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Simplest to understand/debug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Not used in production pipelines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pbqp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Opt-in; models alloc as PBQP problem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Can model unusual costs well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42A37"/>
                          </a:solidFill>
                          <a:latin typeface="Calibri"/>
                        </a:rPr>
                        <a:t>Rarely used; not default anywhere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55B66"/>
                </a:solidFill>
                <a:latin typeface="Calibri"/>
              </a:rPr>
              <a:t>All four are registered via RegisterRegAlloc in llvm/lib/CodeGen/RegAlloc{Greedy,Fast,Basic,PBQP}.cpp and are TARGET-INDEPENDENT - AArch64 does not implement its own allocator.
AArch64's default (via TargetPassConfig) is greedy for optimized builds and fast for -O0, same as most targets.
Historical note: classic “linear scan” (as a named LLVM allocator) is OBSOLETE - it was removed years ago; greedy is the modern, actively maintained algorithm and is NOT the same thing as linear 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llvm/lib/CodeGen/RegAllocGreedy.cpp / RegAllocFast.cpp / RegAllocBasic.cpp / RegAllocPBQP.cpp (RegisterRegAlloc registrations)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HOW LLVM ALLOCATES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Greedy Register Allocation Is Important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539496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Live intervals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920240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2048256"/>
            <a:ext cx="539496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Priority / cost (spill weight)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596896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2724912"/>
            <a:ext cx="539496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Try to assign physical register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273552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401568"/>
            <a:ext cx="2651760" cy="59436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success -&gt; assign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401568"/>
            <a:ext cx="2651760" cy="5943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split interval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01568"/>
            <a:ext cx="2651760" cy="5943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evict another interval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401568"/>
            <a:ext cx="2651760" cy="5943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RAGreedy::selectOrSplit() (RegAllocGreedy.cpp) is the heart of the allocator: for each live interval it tries direct assignment, then eviction of lower-priority intervals, then splitting the interval into smaller pieces, and only spills as a last resort.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This staged approach (RS_New -&gt; RS_Split -&gt; RS_Spill, see LiveRangeStage) is why greedy produces much better code than a naive first-fit allocator - it delays spilling as long as 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llvm/lib/CodeGen/RegAllocGreedy.h/.cpp: RAGreedy::selectOrSplit, ExtraRegInfo/LiveRangeStage, RegAllocEvictionAdvisor.h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HOW LLVM ALLOCATES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Live Intervals and Interference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onsolas"/>
              </a:rPr>
              <a:t>        1    2    3    4    5    6    7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42A37"/>
                </a:solidFill>
                <a:latin typeface="Calibri"/>
              </a:rPr>
              <a:t>V1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965960"/>
            <a:ext cx="2560320" cy="3200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42A37"/>
                </a:solidFill>
                <a:latin typeface="Calibri"/>
              </a:rPr>
              <a:t>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651760"/>
            <a:ext cx="3840480" cy="3200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548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42A37"/>
                </a:solidFill>
                <a:latin typeface="Calibri"/>
              </a:rPr>
              <a:t>V3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3337560"/>
            <a:ext cx="3840480" cy="3200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Live range: the span of program points where a virtual register's value is needed.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Live interval (LiveInterval class): LLVM's data structure representing that span, built from SlotIndexes (precise ordering points before/after each MachineInstr).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Interference: two live intervals overlap in time - they cannot use the same physical register, because a write to one would clobber the other's value.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LLVM uses LiveIntervals (analysis pass) + LiveRegMatrix to answer 'is PhysReg free for this interval?' in O(1)-ish time during allocation.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llvm/lib/CodeGen/LiveInterval.cpp, LiveIntervals.cpp, LiveRegMatrix.cpp, LiveIntervalUnion.cpp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HOW LLVM ALLOCATES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Does LLVM Pick a Physical Register?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Virtual Register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85623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196596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Register Class (from .td)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49631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260604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Candidate Physical Registers
(AllocationOrder)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13639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77440" y="324612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Remove unavailable / interfering registers
(LiveRegMatrix)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377647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77440" y="388620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Consider allocation cost / hints / constraints
(getRegAllocationHints)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.0" y="441655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4526280"/>
            <a:ext cx="7406640" cy="53035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Select register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.0" y="5056632"/>
            <a:ext cx="0.0" cy="109728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2578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Register class, interference, hints, allocation order, and target-specific cost all feed into the decision - AllocationOrder.cpp iterates candidates in a target-provided order.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llvm/lib/CodeGen/AllocationOrder.h/.cpp; RegisterClassInfo.cpp; TargetRegisterInfo::getRegAllocationHints (overridden by AArch64RegisterInfo)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FIXED PHYSICAL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If There Is a Known / Required Register?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This is the critical question this deck must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F6F8B"/>
                </a:solidFill>
                <a:latin typeface="Calibri"/>
              </a:rPr>
              <a:t>Normal allocation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394960" cy="731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04872"/>
            <a:ext cx="5065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%v1 -&gt; any legal register from its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Fixed register requirement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31720"/>
            <a:ext cx="5394960" cy="731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404872"/>
            <a:ext cx="5065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%v1 -&gt; MUST use X0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Calling convention requirements - arguments/return values pinned to specific registers.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Instruction operands requiring a particular register (special encodings, system instructions).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Inline assembly constraints ("={x0}" style operand constraints).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Physical-register MachineOperands appearing directly in a MachineInstr.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Tied operands - an input and output operand must occupy the SAME register.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Implicit uses/defs on an instruction (e.g. flags, or ABI-mandated clobbers).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Return-value registers and argument registers pinned by the calling convention.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llvm/include/llvm/CodeGen/MachineOperand.h (physical-reg operands); MachineInstr::getRegClassConstraint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FIXED PHYSICAL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Concrete Example: AArch64 Calling Convention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4974336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long foo(long a, long b)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  return a + b;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30352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242A37"/>
                </a:solidFill>
                <a:latin typeface="Calibri"/>
              </a:rPr>
              <a:t>a -&gt; X0
b -&gt; X1
result -&gt; X0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17320"/>
            <a:ext cx="5669280" cy="2560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C0392B"/>
                </a:solidFill>
                <a:latin typeface="Calibri"/>
              </a:rPr>
              <a:t>Why can't the allocator simply move everything wherever it wants?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2316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42A37"/>
                </a:solidFill>
                <a:latin typeface="Calibri"/>
              </a:rPr>
              <a:t>Because the ABI / calling convention creates fixed or constrained physical-register requirements that the caller and callee both must honor for interop to work at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CallingConv::* is resolved by AArch64ISelLowering::LowerFormalArguments / LowerCall, using CCState + AArch64's CallingConv.td rules.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Argument values arrive via DAG.getCopyFromReg(Chain, DL, PhysReg, ...) and results leave via DAG.getCopyToReg(Chain, DL, AArch64::X0, ...) - both name a FIXED physical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AArch64ISelLowering.cpp: LowerFormalArguments/LowerCallResult (CopyFromReg X0/X1...); LowerReturn (CopyToReg X0)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FIXED PHYSICAL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Fixed Physical Registers vs Virtual Registers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Physical register directly named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03520" cy="822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56232"/>
            <a:ext cx="49743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%v1 = ADD X0, %v2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6F8B"/>
                </a:solidFill>
                <a:latin typeface="Calibri"/>
              </a:rPr>
              <a:t>Ordinary virtual-register 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394960" cy="822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56232"/>
            <a:ext cx="506577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%v1 = ADD %v2, %v3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MachineOperand can hold either a virtual register OR a physical register directly - MachineOperand::isReg() + isPhysical(Reg) distinguish them.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Fixed registers: hard-coded physical-register operands the allocator must never reassign.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Reserved registers: never available for allocation at all (see AArch64RegisterInfo::getReservedRegs - SP, FP unless omitted, X18 on some platforms, VG, FFR, etc.).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Implicit operands: uses/defs not written in assembly syntax but still tracked (e.g. NZCV flags, or ABI-mandated call clobbers).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Register masks: a MachineOperand::MO_RegisterMask marks 'this call clobbers all these registers' in one compact bitmask (getCallPreservedMask), instead of listing each one individually.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llvm/include/llvm/CodeGen/MachineOperand.h; AArch64RegisterInfo::getReservedRegs / getCallPreservedMask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FIXED PHYSICAL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Register Constraints and Tied Operands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30352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242A37"/>
                </a:solidFill>
                <a:latin typeface="Calibri"/>
              </a:rPr>
              <a:t>instruction:
  input  -&gt; X0
  output -&gt; X0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17320"/>
            <a:ext cx="566928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490472"/>
            <a:ext cx="534009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let Constraints = "$src = $Rt";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output register must be the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// SAME physical reg as input $src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Tied operands: an output MachineOperand is tied to an input operand and MUST be allocated the same physical register (MachineInstr::isRegTiedToDefOperand).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Two-address instructions are a classic case of tied operands - historically handled by the TwoAddressInstructionPass, which runs before register allocation.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Early-clobber constraints (@earlyclobber) mark that a destination is written BEFORE all sources are read, so it cannot share a register with a still-live source.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AArch64 example: RET_ReallyLR-style / LDR pseudo-expansions use 'Constraints = "$src = $Rt"' for register-move-like patterns.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AArch64 example: pseudo-instructions marked with 'Constraints = "@earlyclobber $dst,@earlyclobber $scratch"' for multi-step lowering.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AArch64InstrInfo.td (Constraints = "$src = $Rt"; @earlyclobber examples); llvm/include/llvm/CodeGen/MachineInstr.h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FIXED PHYSICAL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Happens If the Preferred Register Is Already Occupied?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9144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49743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V1 wants X0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X0 currently occupied by 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148840" cy="86868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choose another
legal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214884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evict 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286000"/>
            <a:ext cx="214884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split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86000"/>
            <a:ext cx="214884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spill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214884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spill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If V1 has NO fixed-register constraint, the allocator simply tries the next candidate in AllocationOrder - no conflict at all in the common case.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If V1 IS pinned to X0 (e.g. calling convention), the allocator may EVICT V2 if V2 has lower priority/spill-weight (RegAllocEvictionAdvisor::canEvictInterference).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Eviction can cascade: V2 gets re-queued and may itself evict, split, or spill something else - greedy tracks a 'Cascade' number specifically to prevent infinite eviction loops.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SPLITTING V2's interval (SplitKit) can free X0 for just the overlapping region, letting V2 use a different register only where it must.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The exact outcome always depends on allocator heuristics, spill weights (CalcSpillWeights.cpp), and which stage (RS_New / RS_Split / RS_Spill) each interval is 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llvm/lib/CodeGen/RegAllocEvictionAdvisor.cpp; RegAllocGreedy.cpp (Cascade, ExtraRegInfo); CalcSpillWeights.cpp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SPILL / SPLIT / COALESCE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Register Spilling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Too many live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.0" y="182880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920240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No suitable physical register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.0" y="242316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514600"/>
            <a:ext cx="512064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Spill a virtual register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.0" y="301752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108960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Store value to stack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.0" y="361188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703320"/>
            <a:ext cx="512064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Reload when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2588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Before / after (conceptual)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91640"/>
            <a:ext cx="576072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764792"/>
            <a:ext cx="54315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; before spill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%v1 = ADD %v2, %v3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%v4 = MUL %v1, %v5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017520"/>
            <a:ext cx="5760720" cy="1554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3090672"/>
            <a:ext cx="543153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; after spill of %v1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%v1 = ADD %v2, %v3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STR %v1, [sp, #offset]   ; spill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...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%tmp = LDR [sp, #offset] ; reload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%v4 = MUL %tmp, %v5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▸  </a:t>
            </a:r>
            <a:r>
              <a:rPr sz="1250">
                <a:solidFill>
                  <a:srgbClr val="242A37"/>
                </a:solidFill>
                <a:latin typeface="Calibri"/>
              </a:rPr>
              <a:t>Spill slot: a stack location (MachineFrameInfo object) reserved for the value.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▸  </a:t>
            </a:r>
            <a:r>
              <a:rPr sz="1250">
                <a:solidFill>
                  <a:srgbClr val="242A37"/>
                </a:solidFill>
                <a:latin typeface="Calibri"/>
              </a:rPr>
              <a:t>Increased memory traffic - a spill/reload pair costs a store and a load where a register move or nothing would have sufficed.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▸  </a:t>
            </a:r>
            <a:r>
              <a:rPr sz="1250">
                <a:solidFill>
                  <a:srgbClr val="242A37"/>
                </a:solidFill>
                <a:latin typeface="Calibri"/>
              </a:rPr>
              <a:t>Register pressure (live values vs available registers) directly drives how much spilling occurs - hence its major performance impact.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llvm/lib/CodeGen/InlineSpiller.cpp (Spiller interface, Spiller.h); LiveStacks.cpp (spill slot tracking)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SPILL / SPLIT / COALESCE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Register Splitting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▸  </a:t>
            </a:r>
            <a:r>
              <a:rPr sz="1500">
                <a:solidFill>
                  <a:srgbClr val="242A37"/>
                </a:solidFill>
                <a:latin typeface="Calibri"/>
              </a:rPr>
              <a:t>LLVM doesn't necessarily spill an entire live interval - it can SPLIT it into smaller pieces so only the high-pressure region is affected.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4712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V1: =========================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C0392B"/>
                </a:solidFill>
                <a:latin typeface="Calibri"/>
              </a:rPr>
              <a:t>^ high pressure here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3154680"/>
            <a:ext cx="0" cy="22860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474720"/>
            <a:ext cx="3657600" cy="5029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V1a: ========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474720"/>
            <a:ext cx="6035040" cy="50292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V1b:             ============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Splitting lets different physical registers (or a register vs a spill slot) be used in different regions of the SAME original virtual register's lifetime.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This is usually better than spilling the whole interval, since only the small problematic region pays the spill/reload cost.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Implemented by SplitKit (SplitAnalysis + SplitEditor) - greedy calls into this for region splitting, local splitting, and last-chance recoloring.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llvm/lib/CodeGen/SplitKit.h/.cpp (SplitAnalysis, SplitEditor); RegAllocGreedy.cpp (tryRegionSplit / tryLocalSplit)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SPILL / SPLIT / COALESCE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Register Coalescing and Copy Elimination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7315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497433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F6C177"/>
                </a:solidFill>
                <a:latin typeface="Consolas"/>
              </a:rPr>
              <a:t>%v2 = COPY %v1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6F8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5029200" cy="731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%v1 -&gt; X8   %v2 -&gt; X8   (copy vanishes)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Coalescing: if two virtual registers connected by a COPY can be assigned the SAME physical register, the copy instruction becomes redundant and is deleted.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RegisterCoalescer runs BEFORE the main allocator (as part of the greedy pipeline) and merges live ranges of copy-related virtual registers where it's safe to do so.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Register hints: TargetRegisterInfo::getRegAllocationHints lets a target (or the coalescer) suggest 'prefer this physical register' to increase the odds of eliminating copies.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Why allocators care about copies: calling conventions, PHI elimination, and two-address lowering all introduce many COPY instructions - eliminating them is a major source of code-quality improvement.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AArch64PostCoalescerPass runs shortly after coalescing to clean up AArch64-specific leftover patterns (e.g. redundant COPYs introduced by SME/pseudo lowering).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llvm/lib/CodeGen/RegisterCoalescer.cpp; TargetRegisterInfo::getRegAllocationHints; AArch64PostCoalescerPass.cpp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AARCH64 SPECIFICS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AArch64-Specific Constraints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51816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How it affects allocation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X/W register relationship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W0 is the low 32 bits of X0 (sub_32) - the allocator picks ONE physical register; the width view is chosen by the instruction, not a separate allocation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Always reserved (GPR64sponly); never allocated to a virtual register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FP / X29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Reserved when a frame pointer is needed (AArch64RegisterInfo::getReservedRegs + hasFPImpl)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LR / X30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Not reserved by default, but tcGPR64 excludes it for tail-call safety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X18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Reserved on some platforms (platform register); excluded via getReservedRegs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X19 (base pointer)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Reserved when the function needs a base pointer (hasBasePointer)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Zero register (WZR/XZR)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isConstant=1 - never a destination the allocator can 'own'; writes to it are discarded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Call-preserved vs clobbered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getCalleeSavedRegs / getCallPreservedMask determine which regs survive a call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AArch64RegisterInfo.cpp: getReservedRegs, getCalleeSavedRegs, getBaseRegister, hasBasePointer; AArch64RegisterInfo.td: WZR/XZR isConstant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AARCH64 SPECIFICS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Source (C)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856232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1947672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LLVM IR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523744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615184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Machine IR (virtual registers)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191256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3282696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Live Intervals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3858768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3950208"/>
            <a:ext cx="5029200" cy="57607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Register Allocation (greedy)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.0" y="452628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4617720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Spill / Split / Coalesce if required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.0" y="5193792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5285232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Physical Registers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.0" y="5861304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66160" y="5952744"/>
            <a:ext cx="5029200" cy="57607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AArch64 Assembly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80160"/>
            <a:ext cx="310896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1353312"/>
            <a:ext cx="277977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long sum(long a, long b,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       long c)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  return a + b + c;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280160"/>
            <a:ext cx="3017520" cy="2011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1353312"/>
            <a:ext cx="26883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sum: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add x0, x0, x1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6C177"/>
                </a:solidFill>
                <a:latin typeface="Consolas"/>
              </a:rPr>
              <a:t>  add x0, x0, x2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E0E0E0"/>
                </a:solidFill>
                <a:latin typeface="Consolas"/>
              </a:rPr>
              <a:t>  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5B66"/>
                </a:solidFill>
                <a:latin typeface="Calibri"/>
              </a:rPr>
              <a:t>a,b,c arrive in X0,X1,X2 (AAPCS64).
ISel produces virtual regs for each ADD result.
Greedy assigns X0 for the running sum (reusing the return register is cheap/legal here).
No spill needed - only 3 short-lived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AArch64ISelLowering.cpp (CC lowering); RegAllocGreedy.cpp (assignment); AArch64AsmPrinter.cpp (final emission)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AARCH64 SPECIFICS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Debug / Observe Register Allocation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394960"/>
              </a:tblGrid>
              <a:tr h="4572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Tool / flag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-mtriple=aarch64 -O2 -stop-after=greedy -o out.mir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Dump MIR right after register allocation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... -stop-before=greedy -o out.mir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Dump MIR right BEFORE allocation (see virtual regs)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... -print-after=greedy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Print MachineFunction textually after the pass runs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... -debug-only=regalloc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Verbose greedy allocator trace (assign/evict/split/spill decisions)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... -run-pass=greedy -o out.mir input.mir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Run just the register allocator on hand-written MIR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llc ... -verify-machineinstrs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2A37"/>
                          </a:solidFill>
                          <a:latin typeface="Calibri"/>
                        </a:rPr>
                        <a:t>Catch invalid register/operand states early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Why did %123 get assigned to X8?  -&gt;  -debug-only=regalloc shows the candidate order and the chosen register with a reason.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Why was %123 spilled?  -&gt;  same trace shows eviction/splitting attempts failing before the spiller (InlineSpiller) is invoked as the last resort.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llvm/tools/llc (driver); llvm/lib/CodeGen/RegAllocGreedy.cpp (LLVM_DEBUG regalloc traces); MIRParser/MIRPrinter for MIR dumps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5 - AARCH64 SPECIFICS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Mental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931920" cy="457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Machine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.0" y="1737360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810512"/>
            <a:ext cx="3931920" cy="457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Virtual Registers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.0" y="2267712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340864"/>
            <a:ext cx="3931920" cy="457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Register Classes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.0" y="2798064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871216"/>
            <a:ext cx="3931920" cy="457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Live Intervals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.0" y="3328416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3401568"/>
            <a:ext cx="3931920" cy="14173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Register Allocator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67328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8C2D9"/>
                </a:solidFill>
                <a:latin typeface="Calibri"/>
              </a:rPr>
              <a:t>choose • coalesce • split • evict • spill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.0" y="4818888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4892040"/>
            <a:ext cx="3931920" cy="4572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242A37"/>
                </a:solidFill>
                <a:latin typeface="Calibri"/>
              </a:rPr>
              <a:t>Physical Registers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.0" y="5349240"/>
            <a:ext cx="0.0" cy="73152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5422392"/>
            <a:ext cx="3931920" cy="4572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AArch64 Machine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280160"/>
            <a:ext cx="6949440" cy="5029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46304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78308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Finite registers • performance • ABI / instruction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83464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15468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Map virtual registers → physical registers (on Machine IR)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20624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52628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Interference + live intervals + heuristics + target constraints (RegAllocGreedy, LiveIntervals, LiveRegMatrix, RegisterCoalescer)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557784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WHAT IF REGISTER IS KNOWN?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89788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Allocator must respect fixed-register requirements; constraints reduce available choices; conflicts trigger eviction, splitting, or spilling of the OTHER value instead.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Summary of: llvm/lib/CodeGen/RegAlloc*.cpp, LiveIntervals.cpp, RegisterCoalescer.cpp; llvm/lib/Target/AArch64/AArch64RegisterInfo.*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