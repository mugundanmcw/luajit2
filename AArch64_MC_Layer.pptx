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MC Layer in the AArch64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 i="0">
                <a:solidFill>
                  <a:srgbClr val="B8C2D9"/>
                </a:solidFill>
                <a:latin typeface="Calibri"/>
              </a:rPr>
              <a:t>What it is, what it does, and what actually comes out the other end - a simple, beginner-friendly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1. What Is the MC Layer?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2. MachineInstr -&gt; MCInst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3. Encoding: MCInst -&gt; 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4. Fixups, Relocations &amp; Object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5. Assembly Text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6. Summary &amp; Cheat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llvm/lib/Target/AArch64/MCTargetDesc/, AArch64AsmPrinter.cpp, AArch64MCInstLower.cpp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WHAT IS THE MC LAYER?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Does “MC” Fit in the Compiler?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MC stands for Machine Code. It is the LAST layer of LLVM's backend - the part that turns real instructions into actual bytes on disk.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Everything before it (IR, SelectionDAG, MachineInstr/MIR) still carries compiler bookkeeping. MC does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26974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LLVM IR
what to compute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4160520"/>
            <a:ext cx="4572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3566160"/>
            <a:ext cx="26974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SelectionDAG
map to AArch64 ops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4160520"/>
            <a:ext cx="4572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3566160"/>
            <a:ext cx="26974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MachineInstr (MIR)
real instrs, virtual regs, metadata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4160520"/>
            <a:ext cx="4572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0" y="3566160"/>
            <a:ext cx="2697480" cy="11887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MC Layer
MCInst -&gt; encode -&gt; object file / assembly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555B66"/>
                </a:solidFill>
                <a:latin typeface="Calibri"/>
              </a:rPr>
              <a:t>The MC layer is deliberately “dumb” and low-level on purpose: it only knows about opcodes, real register numbers, and raw bit patterns - nothing about optimisation, virtual registers, or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The Five Stages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WHAT IS THE MC LAYER?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Have a Separate MC Layer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Each stage of the compiler should only know what it truly needs to know - this keeps every stage simpler, testable, and reusable.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517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297680"/>
              </a:tblGrid>
              <a:tr h="7543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Cares about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Does NOT care about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IR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Language-independent optimisation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Register names, bit encodings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MachineInstr (MIR)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Register allocation, scheduling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Raw bit patterns, ELF/Mach-O format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MC Layer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Real registers, opcodes, raw bytes, relocations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Optimisation, virtual registers, IR types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“Why so many stages?”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WHAT IS THE MC LAYER?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Two Jobs of the MC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42A37"/>
                </a:solidFill>
                <a:latin typeface="Calibri"/>
              </a:rPr>
              <a:t>The MC layer answers one simple question in two different ways: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1">
                <a:solidFill>
                  <a:srgbClr val="C0392B"/>
                </a:solidFill>
                <a:latin typeface="Calibri"/>
              </a:rPr>
              <a:t>“Given this real instruction, what should the final output look like?”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5029200" cy="155448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Human-readable text
(assembly .s file)
e.g.  add x0, x1, x2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017520"/>
            <a:ext cx="5029200" cy="1554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Raw machine bytes
(object .o file)
e.g.  0x8B020000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42A37"/>
                </a:solidFill>
                <a:latin typeface="Calibri"/>
              </a:rPr>
              <a:t>Both paths start from the SAME MCInst - the MC layer just chooses a different “writer” at the end: MCInstPrinter for text, MCCodeEmitter + MCObjectWriter for binary.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Stage 5: Object File / 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MachineInstr vs MCInst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42A37"/>
                </a:solidFill>
                <a:latin typeface="Calibri"/>
              </a:rPr>
              <a:t>The MC layer starts by throwing almost everything away: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1124711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77639"/>
                <a:gridCol w="3977639"/>
              </a:tblGrid>
              <a:tr h="574765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MachineInstr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MCInst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Knows about basic blocks?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Registers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Virtual + physical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Only real registers, by number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Debug info / flags / metadata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Used by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All MIR passes (RA, scheduling, ...)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Emission only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Lives in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MachineFunction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 layer (target-independent)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Typical size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~200 bytes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~20 bytes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MachineInstr vs MCInst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Conversion: emitInstruction()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Every MachineInstr passes through AArch64AsmPrinter: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109179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MachineInstr  ---&gt;  AArch64AsmPrinter::emitInstruction()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                          |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                          v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                    MCInst  ---&gt;  MCStreamer  ---&gt;  .o or .s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1109960" cy="2377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emitInstruction() looks at the MachineInstr's opcode and decides how to lower it (most instructions are a direct 1:1 mapping).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It calls lowerToMCInst() (via AArch64MCInstLower), which copies the opcode and operands into a fresh, minimal MCInst.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Some pseudo-instructions need custom expansion here (e.g. TLS descriptor calls, BTI landing pads) before becoming real MCInsts.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The finished MCInst is handed to an MCStreamer, which is the object that actually decides where the output goes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AArch64AsmPrinter.cpp::emitInstruction(); AArch64MCInstLower.cpp/.h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AArch64MCInstLower: the Detail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AArch64MCInstLower is a small helper class used by AsmPrinter to do the actual per-operand conversion work.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Lower(MI, OutMI) walks every operand of a MachineInstr and lowers each one to an MCOperand.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lowerOperand() handles the different operand kinds: plain registers, immediates, and symbolic references (global values, labels).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Symbol references need extra care - their final form differs between ELF, Mach-O and COFF (Windows) object formats.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30352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Key methods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965960"/>
            <a:ext cx="4846320" cy="35661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039112"/>
            <a:ext cx="4517136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class AArch64MCInstLower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bool lowerOperand(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const MachineOperand &amp;MO,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MCOperand &amp;MCOp) const;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void Lower(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const MachineInstr *MI,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MCInst &amp;OutMI) const;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MCOperand lowerSymbolOperandELF(...);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MCOperand lowerSymbolOperandMachO(...);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MCOperand lowerSymbolOperandCOFF(...);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AArch64MCInstLower.h / AArch64MCInstLower.cpp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Concrete Lowering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int multiply_add(int a, int b, int c) { return a * b + c; 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10917936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After Instruction Selection (SelectionDAG):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MADDWrrr %vreg3, %vreg0, %vreg1, %vreg2      ; virtual regs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After Register Allocation (MachineInstr / MIR):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MADDWrrr W0, W0, W1, W2                       ; real regs, still MIR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After AArch64AsmPrinter::emitInstruction() / lowerToMCInst() (MC layer):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MCInst{ opcode = MADDWrrr, W0, W0, W1, W2 }   ; no metadata, 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Notice the opcode and registers barely change - what disappears is everything AROUND them: debug info, MachineFunction links, flags.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End-to-End 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an MCStreamer?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MCStreamer is the abstraction that receives a stream of MCInsts and directives (.section, .globl, .cfi_*, ...) and decides what to do with them.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AsmPrinter doesn't know or care whether it's writing text or binary - it just calls Streamer-&gt;emitInstruction(MCInst).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749039"/>
              </a:tblGrid>
              <a:tr h="6096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Streamer implementation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MCAsmStreamer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-S / .s text output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Human-readable assembly text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MCObjectStreamer (ELF/Mach-O/COFF)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-c / .o binary output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Encoded bytes + relocations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This is the fork in the road: from here, the SAME MCInst goes down one of two completely different paths, covered in the next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llvm/MC/MCStreamer.h (target-independent); AArch64ELFStreamer.h/.cpp, AArch64WinCOFFStreamer.h/.cpp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MACHINEINSTR -&gt; MCINST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Section Recap: MachineInstr -&gt; MCInst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The MC layer begins the moment AArch64AsmPrinter::emitInstruction() is called for each MachineInstr in the final instruction order.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AArch64MCInstLower strips away compiler metadata and converts every operand into a plain MCOperand (register number, immediate, or symbol).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The result is an MCInst - a small, target-independent, ISA-shaped value with no memory of how it got there.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That MCInst is then handed to an MCStreamer, which will route it toward either text output or binary encoding.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Everything from this point onward lives in MCTargetDesc/ - purely encoding and formatting logic, with zero optimisation decisions left to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AArch64AsmPrinter.cpp, AArch64MCInstLower.cpp/.h, llvm/MC/MCStreamer.h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Encoding: Turning an Instruction Into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Every AArch64 instruction is exactly 32 bits wide (fixed-width ISA).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Encoding = taking an MCInst (opcode + operands) and producing the exact 32-bit pattern the CPU will fetch and execute.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This is NOT guesswork or hand-written per-instruction code - it's driven entirely by data that TableGen already generated.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109960" cy="1920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MCInst{ opcode=ADD, X0, X1, X2 }  ---&gt;  0x8B020000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This single mechanism handles every one of the ~1000+ AArch64 instructions - because the bit-layout knowledge already lives in the TableGen instruction descriptions, not in C++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MCTargetDesc/AArch64MCCodeEmitter.cpp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MCCodeEmitter: Where the Bits Come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AArch64MCCodeEmitter is the class responsible for encoding.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It reads TableGen-GENERATED bit-field tables - remember every AArch64 instruction's class in AArch64InstrFormats.td has a “bits&lt;32&gt; Inst” field with slice assignments like Inst{9-5} = Rn.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Those slice assignments were compiled by TableGen into a lookup table baked into AArch64GenMCCodeEmitter.inc.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AArch64MCCodeEmitter just looks up the right entry and fills in the operand bits at run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30352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Connects back to TableGen!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965960"/>
            <a:ext cx="4846320" cy="2194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039112"/>
            <a:ext cx="4517136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// AArch64InstrFormats.td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class BaseAddSubImm&lt;...&gt; : I&lt;...&gt;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bits&lt;5&gt; Rd; bits&lt;5&gt; Rn;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Inst{9-5} = Rn;   // &lt;-- this exact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Inst{4-0} = Rd;   //     bit layout is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}                       //     what gets encoded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2920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555B66"/>
                </a:solidFill>
                <a:latin typeface="Calibri"/>
              </a:rPr>
              <a:t>This is the payoff of all that TableGen work you may have seen before - it directly drives the MC encoder.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MCTargetDesc/AArch64MCCodeEmitter.cpp; AArch64InstrFormats.td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Worked Example: Encoding an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MADDWrrr W0, W0, W1, W2   (from  a * b + c 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10917936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31 30 29 28    24 23 21 20    16 15 14    10 9     5 4     0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0  0  0  11011  000  Rm[4:0]  0  Ra[4:0]  Rn[4:0]  Rd[4:0]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0  0  0  11011  000  00001    0  00010     00000    00000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Binary: 0001 1011 0000 0001 0000 1000 0000 0000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Hex:    0x1B010800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11109960" cy="1600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Each register operand (Rd, Rn, Rm, Ra) is slotted into its own fixed 5-bit field - exactly where AArch64InstrFormats.td says it goes.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The fixed opcode bits (11011000...) identify “this is a MADD” - they never change between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End-to-End Worked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Little-Endian Byte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 is (normally) little-endian: the LEAST significant byte of the 32-bit word is stored at the LOWEST memory address.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encoder produces the 32-bit value; the object writer is what actually splits it into 4 bytes in the right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090672"/>
            <a:ext cx="109179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32-bit value (as a number):   0x1B010800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Bytes written to the .o file: 00 08 01 1B      &lt;- little-endian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This is a small but important detail: what you see in a debugger hex-dump of an .o file is byte-reversed compared to how you'd read the instruction's bit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“Written to the .o file as 4 bytes”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Not Every Value Is Known Yet!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Encoding a register operand is easy - the register number is always known immediately.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But some operands aren't known yet at encode time: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the address of another function you call (bl someFunc)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the address of a global variable (adrp / ldr with :lo12:)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a branch target that lands in ANOTHER object file, resolved only at link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11099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The MC layer's solution: encode a PLACEHOLDER value now, and attach a “fixup” describing what needs to be patched in later. This is covered in the next section.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Motivates Section 4 - Fixups &amp; Relocations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ENCODING: MCINST -&gt;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Encoding Recap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AArch64MCCodeEmitter converts an MCInst into a raw 32-bit instruction word.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The exact placement of each operand's bits comes from TableGen-generated tables, derived directly from the bit-slice assignments in AArch64InstrFormats.td.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Fully-known values (registers, small immediates) are encoded immediately and completely.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Values that depend on other object files or the final linked address are encoded as placeholders, paired with a fixup.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The output so far is a sequence of 32-bit words - still living in memory, not yet written to disk.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MCTargetDesc/AArch64MCCodeEmitter.cpp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Section 4 Preview: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 fixup is the MC layer's own internal note: “this part of this instruction is not final yet - come back and patch it.”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Fixups get resolved in one of two ways: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Resolved immediately, if the target is in the SAME object file (e.g. a branch to a nearby label).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Turned into a relocation entry in the .o file, if the target is unknown until the linker runs (e.g. a call to an external function).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11099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AArch64AsmBackend.cpp is the class that manages fixups: applying them where possible, and asking AArch64ELFObjectWriter to emit relocations for what's left 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MCTargetDesc/AArch64AsmBackend.cpp; AArch64FixupKinds.h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Concrete Fixup Example: Calling a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bl printf     ; call an external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017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10917936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1. AArch64MCCodeEmitter encodes 'bl' with a PLACEHOLDER branch offset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 (usually all zero bits for the 26-bit immediate field).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2. A fixup is recorded: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 Fixup{ Kind = AArch64::fixup_aarch64_pcrel_call26,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        Offset = &lt;location in this instruction&gt;,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        Target = symbol 'printf'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3. Because 'printf' lives in libc, not this .o file, AsmBackend cannot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 resolve it now - it becomes relocation R_AARCH64_CALL26 in the .o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MCTargetDesc/AArch64FixupKinds.h (fixup_aarch64_pcrel_call26); AArch64ELFObjectWriter.cpp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Fixup vs Relocation - What's the Difference?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713232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Fixup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Relocation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Only inside the compiler, in memory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Written into the .o file itself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Lifetime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Temporary - exists only during assembly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Permanent - read later by the linker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Resolved by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AArch64AsmBackend, if target is local/known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The linker, at link time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fixup_aarch64_pcrel_call26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R_AARCH64_CALL26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Think of a fixup as a sticky note the compiler leaves for itself; a relocation is that same sticky note, formally handed off to the linker because the compiler couldn't finish the job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MCTargetDesc/AArch64AsmBackend.cpp; AArch64FixupKinds.h; AArch64ELFObjectWriter.cpp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Section Recap: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Not every bit of an instruction can be known at encode time - some depend on addresses that are only settled later.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AArch64AsmBackend.cpp tracks these as fixups and resolves as many as it can right away (same-file, nearby targets).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Whatever is left becomes a relocation entry - e.g. R_AARCH64_CALL26 - written into the object file for the linker.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This mechanism is exactly what allows separate compilation: you can compile a .c file into a .o file without knowing where every external symbol will finally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MCTargetDesc/AArch64AsmBackend.cpp, AArch64FixupKinds.h, AArch64ELFObjectWriter.cpp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 File Formats: One Backend, Three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exact same encoded instructions + relocations must be wrapped differently depending on the target operating system.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 supports all three major object formats: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572000"/>
              </a:tblGrid>
              <a:tr h="594360">
                <a:tc>
                  <a:txBody>
                    <a:bodyPr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libri"/>
                        </a:rPr>
                        <a:t>Used on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libri"/>
                        </a:rPr>
                        <a:t>Writer class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ELF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Linux, Android, BSD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AArch64ELFObjectWriter.cpp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Mach-O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macOS, iOS (Apple)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AArch64MachObjectWriter.cpp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COFF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AArch64WinCOFFObjectWriter.cpp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Same MCInst stream and fixups feed all three - only the final container format (headers, sections, relocation records) differs.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MCTargetDesc file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Actually Goes Into an ELF Object File?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An .o file is not just “raw bytes” - it's a structured container with several distinct pieces: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14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0"/>
              </a:tblGrid>
              <a:tr h="522514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Contains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ELF header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File type, target architecture (AArch64), entry point info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.text section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The actual encoded instruction bytes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.data / .rodata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Global variables and constants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.symtab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Symbol table: names -&gt; offsets (e.g. multiply_add @ 0x0)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.rela.text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Relocation entries left over from unresolved fixups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.eh_frame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CFI / unwind info (see the Stack &amp; Frame Lowering deck!)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AArch64ELFObjectWriter.cpp; AArch64ELFStreamer.cpp/.h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Complete Binary Path,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760720" cy="685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MachineInstr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still has virtual/physical regs, debug info, flags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.0" y="2057400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67128"/>
            <a:ext cx="5760720" cy="685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MCInst (AArch64AsmPrinter + AArch64MCInstLower)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67128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minimal, opcode + real operands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.0" y="2852928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962656"/>
            <a:ext cx="5760720" cy="685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Encoded 32-bit word (AArch64MCCodeEmitter)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62656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bits placed via TableGen-generated tables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.0" y="3648456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758184"/>
            <a:ext cx="5760720" cy="685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Fixups applied / recorded (AArch64AsmBackend)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58184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placeholders patched or promoted to relocations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60.0" y="4443984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4553712"/>
            <a:ext cx="5760720" cy="685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Bytes + relocations wrapped (AArch64*ObjectWriter)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53712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ELF / Mach-O / COFF container built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37560.0" y="523951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5349240"/>
            <a:ext cx="5760720" cy="6858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.o file written to disk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ready for the linker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MCTargetDesc/*.cpp; AArch64AsmPrinter.cpp; AArch64MCInstLower.cpp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FIXUPS, RELOCATIONS &amp; OBJECT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MCStreamer Variants: ELF, Mach-O, COFF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MCStreamer for binary output isn't one-size-fits-all either - each object format needs its own bookkeeping while instructions stream past.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88036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7315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Streamer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Special responsibility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AArch64ELFStreamer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Emits ELF “mapping symbols” ($x, $d) marking code vs data regions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AArch64WinCOFFStreamer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Handles Windows-specific directives and SEH unwind data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AArch64TargetStreamer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AArch64-specific assembler directives: .arch, .cpu, .inst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AArch64ELFStreamer.h/.cpp; AArch64WinCOFFStreamer.h/.cpp; AArch64TargetStreamer.h/.cpp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Section 5: The Other Path - Assembly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When you run clang/llc with -S instead of -c, the MC layer takes the OTHER path from the same MCInst.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Instead of encoding bits, it converts each MCInst into readable text - the .s assembly file you can open and read yourself.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This path is driven by MCInstPrinter, implemented for AArch64 in AArch64InstPrinter.cpp.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11099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MCInst{ opcode=ADD, X0, X1, X2 }  ---&gt;  "add x0, x1, x2"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MCTargetDesc/AArch64InstPrinter.cpp/.h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AArch64InstPrinter: How Text Gets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AArch64InstPrinter looks up a mnemonic string for the MCInst's opcode (also generated by TableGen from AsmString fields).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It then prints each operand in AArch64 syntax: register names (x0, w1, ...), immediates (#42), and addressing modes ([x1, #16]).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This is exactly the reverse of what a human-written assembler's PARSER does - InstPrinter renders, AsmParser reads.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30352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Recall: AsmString comes from TableGen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965960"/>
            <a:ext cx="4846320" cy="16459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039112"/>
            <a:ext cx="451713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// AArch64InstrFormats.td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let AsmString =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  !strconcat(asm, operands);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// e.g. "add\t$Rd, $Rn, $Rm"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0624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42A37"/>
                </a:solidFill>
                <a:latin typeface="Calibri"/>
              </a:rPr>
              <a:t>The same AsmString field you may have seen in the TableGen course is exactly what InstPrinter uses as its template for rendering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MCTargetDesc/AArch64InstPrinter.cpp; AArch64InstrFormats.td (AsmString)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MCAsmInfo: Syntax Rules for the Assembler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Not everything about assembly text is instruction-specific - some rules apply to the WHOLE file: comment characters, directive names, alignment syntax.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AArch64MCAsmInfo.cpp centralizes these target-wide formatting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75120"/>
              </a:tblGrid>
              <a:tr h="493776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AArch64 value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Comment string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// or ;  (platform dependent)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Private label prefix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.L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Code pointer size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8 bytes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Uses .loc / .file for debug info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Yes (DWARF)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MCTargetDesc/AArch64MCAsmInfo.cpp/.h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Text vs Binary Output - Side by 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663440"/>
              </a:tblGrid>
              <a:tr h="74676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Assembly (.s)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Object (.o)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Produced by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MCAsmStreamer + MCInstPrinter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MCObjectStreamer + MCCodeEmitter + ObjectWriter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Human readable?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No - raw bytes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Contains fixups?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As symbolic references (labels stay as text)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Encoded, some resolved, rest as relocations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Debugging, teaching, inline asm review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Feeding the linker to build an executable/library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CLI flag (clang/llc)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-S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-c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llvm/MC/MCAsmStreamer.h vs MCTargetDesc/AArch64*ObjectWriter.cpp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AArch64MCExpr: Address Modifiers in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You've probably seen syntax like :lo12: or :got: in AArch64 assembly - these are special MCExpr modifiers.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AArch64MCExpr.cpp defines and prints these AArch64-specific expression modifiers, used for position-independent code and TLS.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273552"/>
            <a:ext cx="1091793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adrp x0, some_global          ; high bits of the address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add  x0, x0, :lo12:some_global  ; low 12 bits, filled in by the linker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; :lo12: here is an AArch64MCExpr - it becomes a relocation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; (R_AARCH64_ADD_ABS_LO12_NC) in the object file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MCTargetDesc/AArch64MCExpr.cpp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ASSEMBLY TEXT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Section Recap: Two Outputs, One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Every MCInst can be routed to EITHER output path, unchanged - text via MCInstPrinter, or binary via MCCodeEmitter + ObjectWriter.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AArch64InstPrinter renders human-readable mnemonics and operand syntax, reusing the same AsmString metadata TableGen generated.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AArch64MCAsmInfo controls file-wide formatting conventions (comments, label prefixes, directive names).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AArch64MCExpr handles AArch64-specific address modifiers (:lo12:, :got:, :tlsdesc:) that appear in both text and relocations.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Both output paths ultimately trace back to the exact same encoded instruction stream - just rendered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MCTargetDesc/AArch64InstPrinter.cpp, AArch64MCAsmInfo.cpp, AArch64MCExpr.cpp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So... What Is the Final Output of the MC Layer?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There isn't a single answer - it depends on what you asked the compiler to produce: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7315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You asked for...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MC layer's final output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clang -S  /  llc -filetype=asm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A .s text file: human-readable AArch64 assembly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clang -c  /  llc -filetype=obj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A .o object file: ELF/Mach-O/COFF with encoded bytes + relocations + symbol table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clang -S -emit-llvm  (not MC!)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N/A - this stops at LLVM IR, never reaches the MC layer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Either way, the MC layer's job is done once it has produced a faithful, target-correct representation ready for the next tool (assembler-as-linker-input, or a human reader).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 - both output paths summarized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Happens AFTER the MC Layer?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905256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MC layer output: .o file(s)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55B66"/>
                </a:solidFill>
                <a:latin typeface="Calibri"/>
              </a:rPr>
              <a:t>one per translation unit / compiled source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23560.0" y="301752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97280" y="3154680"/>
            <a:ext cx="905256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Linker (ld / lld /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55B66"/>
                </a:solidFill>
                <a:latin typeface="Calibri"/>
              </a:rPr>
              <a:t>resolves remaining relocations, merges sections, assigns final addresses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23560.0" y="452628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663440"/>
            <a:ext cx="9052560" cy="10058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Executable or shared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55B66"/>
                </a:solidFill>
                <a:latin typeface="Calibri"/>
              </a:rPr>
              <a:t>the actual program you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 i="1">
                <a:solidFill>
                  <a:srgbClr val="555B66"/>
                </a:solidFill>
                <a:latin typeface="Calibri"/>
              </a:rPr>
              <a:t>The MC layer's relocations are exactly what makes this final step possible.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General linking process - consumes .rela.text / .rela.data etc.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the MC Layer Matters for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It's the ONLY place that actually knows what an AArch64 instruction looks like in real, physical bits.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It cleanly separates “deciding what to do” (earlier passes) from “writing it down correctly” (MC layer) - so encoding bugs are isolated to one small, well-tested area.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It supports multiple output formats (assembly text, ELF, Mach-O, COFF) from ONE shared encoding pipeline, instead of duplicating logic per platform.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It's reusable outside the compiler too: the same MC library powers llvm-mc, the disassembler, and JIT compilers (which need to emit machine code directly into memory).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Every optimization done earlier (better instruction selection, fewer spills, smarter scheduling) only pays off because the MC layer faithfully turns the final decisions into correct bytes.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Design rationale synthesized from MCTargetDesc/*.cpp and llvm/MC/ (target-independent MC library)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Whole Journey, One More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4754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10917936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int multiply_add(int a, int b, int c) { return a * b + c; 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v  Clang -&gt; LLVM IR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%mul = mul i32 %a, %b   /   %add = add i32 %mul, %c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v  SelectionDAG + Instruction Selection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MADDWrrr %vreg3, %vreg0, %vreg1, %vreg2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v  Register Allocation (MachineInstr / MIR)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MADDWrrr W0, W0, W1, W2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      v  MC LAYER:  AsmPrinter + MCInstLower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MCInst{ opcode=MADDWrrr, W0, W0, W1, W2 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      +---&gt; MCInstPrinter  ---&gt; "madd w0, w0, w1, w2"   (.s file)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      +---&gt; MCCodeEmitter  ---&gt; 0x1B010800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         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          v  AsmBackend + ObjectWriter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            .o file: [ELF header][.text: 00 08 01 1B ...][.symtab: 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notes/02_llvm_compilation_pipeline.md - Summary of the full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Cheat Sheet: Key MC Layer Terms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50292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 (Machine Code)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The backend layer that turns real instructions into final bytes/text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MCInst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Minimal, target-independent representation of one real instruction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MCInstLower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Helper that converts MachineInstr operands into MCOperands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MCCodeEmitter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Encodes an MCInst into its raw 32-bit instruction word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Fixup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 placeholder for a value not known at encode time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Relocation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 fixup that survived into the object file, for the linker to resolve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MCStreamer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Receives MCInsts/directives and routes them to text or binary output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MCInstPrinter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Renders an MCInst as human-readable assembly text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MCObjectWriter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Wraps encoded bytes + relocations into ELF/Mach-O/COFF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Glossary compiled from MCTargetDesc/*.h/.cpp and AArch64AsmPrinter.cpp/AArch64MCInstLower.cpp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SUMMARY &amp;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Recap: 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The MC layer is the LAST stop in the compiler backend - it turns fully-decided, register-allocated instructions into their final form.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It exists to isolate “raw bit/byte knowledge” from every earlier, smarter compiler stage - keeping each stage simple and testable.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Its final output is either human-readable assembly text (.s) or an encoded object file (.o) - both built from the exact same MCInst stream.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Fixups and relocations are what let the compiler finish a .o file without knowing everything about the rest of the program - enabling separate compilation and linking.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77840"/>
            <a:ext cx="11109960" cy="6858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8756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Next step: run `llc -march=aarch64 -filetype=asm` and `-filetype=obj` on the same .ll file and compare the two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MCTargetDesc/, AArch64AsmPrinter.cpp, AArch64MCInstLower.cpp/.h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