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t>AArch64 Instruction Set &amp; the SelectionDAG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Beginner-Friendly, Diagram-Based Guide</a:t>
            </a:r>
          </a:p>
          <a:p>
            <a:r>
              <a:t>TableGen .td Files  |  SDNode  |  Instruction Selection  |  Legalization  |  Calling Conventions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Agenda</a:t>
            </a:r>
          </a:p>
          <a:p>
            <a:pPr>
              <a:defRPr sz="1400" i="1">
                <a:solidFill>
                  <a:srgbClr val="595959"/>
                </a:solidFill>
              </a:defRPr>
            </a:pPr>
            <a:r>
              <a:t>What we will cover in this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1. Big picture: from LLVM IR to a running AArch64 instruction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2. What is an SDNode? The building block of a SelectionDAG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3. TableGen .td files that describe the AArch64 instruction set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4. The Instruction class (Target.td) - the base of every opcode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5. One architecture instruction -&gt; many TableGen instructions (ADDWri / ADDWrr)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6. AArch64 instruction encoding formats &amp; base classes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7. multiclass + defm - avoiding copy/paste for instruction families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8. Condition codes (AArch64CC) used by branches and CSEL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9. Instruction Operand Mapping - binding bits to named fields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10. Complex operands with sub-operands (addressing modes)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11. Named Operand Mapping - getNamedOperandIdx() and OpName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12. Instruction Operand Types enum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13. Instruction Scheduling - itineraries &amp; SchedModels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14. Instruction Relation Mapping - InstrMapping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15. AArch64InstrInfo - hand-written TargetInstrInfo overrides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16. Branch folding &amp; analyzeBranch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17. The Instruction Selector - AArch64ISelDAGToDAG.cpp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18. The Legalize phase - Promote / Expand / Custom / Legal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19. Calling Conventions - AArch64CallingConvention.td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20. End-to-end summary &amp; key AArch64 source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Big Picture: From LLVM IR to a Real AArch64 Instruction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06040" cy="105156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LLVM IR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(.ll)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63240" y="178765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19272" y="1371600"/>
            <a:ext cx="2606040" cy="105156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SelectionDAG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Build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25312" y="178765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606040" cy="10515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Legalize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DAG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87384" y="178765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43416" y="1371600"/>
            <a:ext cx="2606040" cy="10515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Instruction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Selection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(DAG-&gt;DAG)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80360"/>
            <a:ext cx="2606040" cy="1051560"/>
          </a:xfrm>
          <a:prstGeom prst="roundRect">
            <a:avLst/>
          </a:prstGeom>
          <a:solidFill>
            <a:srgbClr val="D5F0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Scheduling &amp;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Register Alloc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40" y="329641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19272" y="2880360"/>
            <a:ext cx="2606040" cy="1051560"/>
          </a:xfrm>
          <a:prstGeom prst="roundRect">
            <a:avLst/>
          </a:prstGeom>
          <a:solidFill>
            <a:srgbClr val="BDD7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Prologue/Epilogue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Insertion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5312" y="329641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2880360"/>
            <a:ext cx="2606040" cy="10515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MC Layer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(encode instrs)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87384" y="329641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43416" y="2880360"/>
            <a:ext cx="2606040" cy="10515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AArch64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machine code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63040" y="2487168"/>
            <a:ext cx="365760" cy="32004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Every function is first turned into a SelectionDAG - a graph of SDNode objects, one per basic block.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This talk focuses on the parts driven by TableGen .td files: how AArch64 describes its instructions, and how the SelectionDAG is converted into real AArch64 opcodes such as ADDWrr, LDRWui, STRXui.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Files you will see: AArch64InstrFormats.td, AArch64InstrInfo.td, AArch64ISelLowering.cpp, AArch64ISelDAGToDAG.cpp, AArch64CallingConvention.td.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What is an SDNode? The Building Block of a SelectionDAG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An SDNode represents ONE operation in the DAG - e.g. add two integers, load from memory, branch.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Defined in include/llvm/CodeGen/SelectionDAGNodes.h.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Each SDNode has: an Opcode (an ISD::NodeType value), a list of Operands (other SDNodes it depends on), required Value Types (i32, i64, f64, ...), and Operation Properties.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Properties tell the compiler facts about the node, e.g. "is this operation commutative?", "does this operation read memory (mayLoad)?", "does it write memory (mayStore)?".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840480"/>
            <a:ext cx="9601200" cy="219456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namespace ISD {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enum NodeType {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ADD, SUB, MUL, AND, OR, XOR,        // arithmetic / logic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LOAD, STORE,                          // memory access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BR, BRCOND,                           // control flow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SETCC, SELECT_CC,                     // comparisons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...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};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TableGen .td Files that Describe the AArch64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7043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412480"/>
              </a:tblGrid>
              <a:tr h="60089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llvm/Target/Target.td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Defines the fundamental Instruction, Operand, InstrInfo base classes (target-independent)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llvm/Target/TargetSelectionDAG.td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Defines SDTC* type constraints and DAG node ops (imm, add, load, cond, bb) + Pattern/Pat/PatFrag/ComplexPattern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AArch64InstrFormats.td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AArch64-specific encoding base classes: bit-layout templates for every instruction class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AArch64InstrInfo.td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 instruction templates, condition codes, and (almost) every real AArch64 instruction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AArch64.td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The top-level target file - includes all the others, defines the AArch64 Target itself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AArch64CallingConvention.td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AAPCS64 calling convention rules - which registers/stack slots hold arguments &amp; return values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6692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F4E79"/>
                </a:solidFill>
              </a:defRPr>
            </a:pPr>
            <a:r>
              <a:t>TableGen (llvm-tblgen) reads these .td files and GENERATES C++ code such as AArch64GenInstrInfo.inc, AArch64GenDAGISel.inc, AArch64GenCallingConv.inc.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The Instruction Class (Target.td) - Base of Every Opcode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74320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class Instruction {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string Namespace = "";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dag OutOperandList;    // the MI's def (output) operand list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dag InOperandList;     // the MI's use (input) operand list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string AsmString = ""; // how to print this instr in assembly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list&lt;dag&gt; Pattern;     // SelectionDAG pattern this instr matches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list&lt;Register&gt; Uses = [];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list&lt;Register&gt; Defs = [];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list&lt;Predicate&gt; Predicates = [];  // subtarget feature checks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...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434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For AArch64, Namespace is "AArch64" - so generated enums live in the llvm::AArch64:: namespace.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Almost every AArch64 instruction (ADDWrr, LDRWui, BL, RET, ...) is ultimately a subclass of Instruction.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AArch64InstrFormats.td adds encoding details; AArch64InstrInfo.td adds the actual opcode definitions.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One Manual Instruction -&gt; Many TableGen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The Arm Architecture Reference Manual describes ONE "ADD" instruction, but it can take a register OR an immediate operand - so AArch64.td models it as TWO separate instructions: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0" cy="155448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ADDWrr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ADD Wd, Wn, Wm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(register + register,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32-bit)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029200" cy="155448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ADDWri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ADD Wd, Wn, #imm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(register + 12-bit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immediate, 32-bit)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The 'W' in the name means 32-bit GPR operands; the 64-bit versions are ADDXrr / ADDXri.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This is why AArch64InstrInfo.td contains thousands of def's: every operand-shape variant of every opcode (register, immediate, shifted register, extended register...) needs its own TableGen definition.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Instruction Selection later PICKS the right variant depending on what the SelectionDAG operands actually 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AArch64 Instruction Encoding: Base Classes in AArch64InstrFormats.td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 i="0">
                <a:solidFill>
                  <a:srgbClr val="595959"/>
                </a:solidFill>
              </a:defRPr>
            </a:pPr>
            <a:r>
              <a:t>Like SPARC's Format 1/2/3, AArch64's A64 encoding has recognizable instruction groups. AArch64InstrFormats.td defines a base-class chain that pins down fixed bits and leaves operand fields open, to be filled in by each concrete instruction: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28800"/>
          <a:ext cx="11704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480560"/>
                <a:gridCol w="4480560"/>
              </a:tblGrid>
              <a:tr h="470262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Base Class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Used For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Fixed / Variable Fields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Root base for ALL AArch64 instructions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bits&lt;32&gt; Inst; sets Namespace = "AArch64"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BaseAddSubImm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ADD/SUB with 12-bit immediate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op, S, shift, imm12, Rn, Rd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BaseAddSubReg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ADD/SUB with register operand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op, S, shift, imm6, Rm, Rn, Rd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LoadStoreUI (F1-style)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LDR/STR unsigned-immediate offset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size, opc, imm12, Rn, Rt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BranchCond (Bcc)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Conditional branch on flags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cond (4-bit), imm19 offset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Pseudo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Synthetic instrs expanded later (no real encoding yet)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isPseudo = 1; no bit layout required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492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F4E79"/>
                </a:solidFill>
              </a:defRPr>
            </a:pPr>
            <a:r>
              <a:t>Every concrete opcode def (ADDWrr, LDRWui, B.cond, ...) is a subclass of one of these bases.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Instruction Operand Mapping: Bits -&gt; Named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 i="0">
                <a:solidFill>
                  <a:srgbClr val="595959"/>
                </a:solidFill>
              </a:defRPr>
            </a:pPr>
            <a:r>
              <a:t>A base class defines bit fields WITHOUT giving them a concrete value. A concrete instruction is only complete once every field gets a value from its OutOperandList / InOperandList (matched by NAME):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301752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class BaseAddSubImm&lt;bit isSub, bit setFlags, RegisterClass regtype,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             Operand imm_type, string asm&gt;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: I&lt;(outs regtype:$Rd), (ins regtype:$Rn, imm_type:$imm),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asm, "\t$Rd, $Rn, $imm", "", []&gt; {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bits&lt;5&gt; Rd;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bits&lt;5&gt; Rn;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bits&lt;12&gt; imm;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let Inst{31}    = sf;      // 0 = 32-bit, 1 = 64-bit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let Inst{29}    = setFlags;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let Inst{21-10} = imm;     // &lt;-- filled in by operand 'imm'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let Inst{9-5}   = Rn;      // &lt;-- filled in by operand 'Rn'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let Inst{4-0}   = Rd;      // &lt;-- filled in by operand 'Rd'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749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95959"/>
                </a:solidFill>
              </a:defRPr>
            </a:pPr>
            <a:r>
              <a:t>ADDWri simply supplies GPR32 for regtype and a 12-bit immediate operand for imm_type - the base class does the rest of the encoding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multiclass + defm: Avoiding Copy-Paste for Instruction Families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Writing separate 'rr' (register) and 'ri' (immediate) definitions for every opcode is a LOT of repetition.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TableGen's multiclass creates a reusable TEMPLATE; defm instantiates it, generating several def's at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11247120" cy="274320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multiclass AddSub&lt;bit isSub, string mnemonic, SDPatternOperator OpNode&gt; {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  def Wrr : BaseAddSubReg&lt;isSub, 0, GPR32, mnemonic&gt;;   // ADDWrr / SUBWrr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  def Wri : BaseAddSubImm&lt;isSub, 0, GPR32, uimm12, mnemonic&gt;; // ADDWri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  def Xrr : BaseAddSubReg&lt;isSub, 0, GPR64, mnemonic&gt;;   // ADDXrr / SUBXrr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  def Xri : BaseAddSubImm&lt;isSub, 0, GPR64, uimm12, mnemonic&gt;; // ADDXri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defm ADD : AddSub&lt;0, "add", add&gt;;   // -&gt; ADDWrr, ADDWri, ADDXrr, ADDXri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defm SUB : AddSub&lt;1, "sub", sub&gt;;   // -&gt; SUBWrr, SUBWri, SUBXrr, SUBXri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1">
                <a:solidFill>
                  <a:srgbClr val="1F4E79"/>
                </a:solidFill>
              </a:defRPr>
            </a:pPr>
            <a:r>
              <a:t>One 'defm ADD : AddSub&lt;...&gt;' line quietly creates FOUR real AArch64 opcodes.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Condition Codes: AArch64CC in TableGen and in C++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Branches (B.cond), conditional select (CSEL) and conditional compare instructions all need a condition-code operand.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AArch64 encodes condition codes as a 4-bit field, matching the enum in AArch64.h / MCTargetDesc so that TableGen output and hand-written C++ never disagree.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4688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120640"/>
                <a:gridCol w="2926080"/>
              </a:tblGrid>
              <a:tr h="41801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Mnemonic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Encoded Value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EQ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Equal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0b0000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NE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Not Equal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0b0001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Signed Greater or Equal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0b1010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Signed Greater Than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0b1100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Signed Less Than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0b1011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Signed Less or Equal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0b1101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1">
                <a:solidFill>
                  <a:srgbClr val="595959"/>
                </a:solidFill>
              </a:defRPr>
            </a:pPr>
            <a:r>
              <a:t>Note: AArch64CC::CondCode (in AArch64BaseInfo.h) MUST match the values TableGen emits - just like SPCC::ICC_NE had to match ICC_NE in SparcInstrInfo.td.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Complex Operands: Addressing Modes with Sub-Operands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 i="0">
                <a:solidFill>
                  <a:srgbClr val="595959"/>
                </a:solidFill>
              </a:defRPr>
            </a:pPr>
            <a:r>
              <a:t>A single logical operand (like a memory address) may bundle several sub-operands (base register + offset). AArch64 uses this heavily for load/store addressing: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47120" cy="237744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def am_indexed32 : ComplexPattern&lt;i64, 2, "SelectAddrModeIndexed32",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                           [], []&gt;;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def LDRWui : LoadStoreUI&lt;0b10, 0, 0b01,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(outs GPR32:$Rt), (ins GPR64sp:$Rn, uimm12s4:$offset),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"ldr", "\t$Rt, [$Rn, $offset]",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[(set GPR32:$Rt, (load (am_indexed32 GPR64sp:$Rn, uimm12s4:$offset)))]&gt;;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GPR64sp:$Rn and uimm12s4:$offset are the two sub-operands that make up the addressing mode.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A ComplexPattern names the C++ function (SelectAddrModeIndexed32, in AArch64ISelDAGToDAG.cpp) that recognizes this pattern in a real SelectionDAG and extracts Rn / offset from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Named Operand Mapping: getNamedOperandIdx()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TableGen can generate a function that looks up an operand's INDEX inside a MachineInstr, by its TableGen name.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Setting UseNamedOperandTable = 1 on an instruction adds all its operands to the AArch64::OpName enum, and an entry into an OperandMap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11247120" cy="155448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int RdIdx = AArch64::getNamedOperandIdx(AArch64::ADDWrr, AArch64::OpName::Rd); // 0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int RnIdx = AArch64::getNamedOperandIdx(AArch64::ADDWrr, AArch64::OpName::Rn); // 1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int RmIdx = AArch64::getNamedOperandIdx(AArch64::ADDWrr, AArch64::OpName::Rm); // 2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int XxIdx = AArch64::getNamedOperandIdx(AArch64::ADDWrr, AArch64::OpName::imm); // -1 (no such operand)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</a:defRPr>
            </a:pPr>
            <a:r>
              <a:t>To enable it in a backend: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11247120" cy="164592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// AArch64InstrInfo.cpp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#define GET_INSTRINFO_NAMED_OPS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#include "AArch64GenInstrInfo.inc"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// AArch64InstrInfo.h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#define GET_INSTRINFO_OPERAND_ENUM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#include "AArch64GenInstrInfo.inc"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Instruction Operand Types Enum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TableGen also emits an enum of every NAMED Operand type your backend defines, in the llvm::AArch64::OpTypes namespace.</a:t>
            </a:r>
          </a:p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Common immediate operand types (i8, i32, i64, f32, f64, ...) are defined once for ALL targets in include/llvm/Target/Target.td, and appear automatically in every target's OpTypes enum.</a:t>
            </a:r>
          </a:p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Only NAMED Operand definitions appear - anonymous types are skipped.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10515600" cy="310896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def simm9 : Operand&lt;i64&gt;;      // signed 9-bit immediate (used by LDUR/STUR)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def uimm12s4 : Operand&lt;i64&gt;;   // unsigned 12-bit, scaled by 4 (LDRWui offset)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namespace AArch64 {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namespace OpTypes {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enum OperandType {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...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simm9,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uimm12s4,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...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i32imm,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i64imm,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...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OPERAND_TYPE_LIST_END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} // OpTypes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} // AArch64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Instruction Scheduling: Itineraries &amp; SchedModels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Every MCInstrDesc carries a Schedule Class, queried via MCDesc::getSchedClass().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TableGen names each schedule class using an enum in the llvm::AArch64::Sched namespace (generated into AArch64GenInstrInfo.inc), plus a default 'NoItinerary' class.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AArch64 has MANY per-CPU schedule models (SchedModels), e.g. AArch64SchedA53.td, AArch64SchedA57.td, AArch64SchedNeoverseN1.td - these are read by CodeGenSchedModels in TableGen's SubtargetEmitter to build per-core latency/throughput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94760"/>
            <a:ext cx="10881360" cy="118872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utils/schedcover.py &lt;build&gt;/lib/Target/AArch64/tblGenSubtarget.with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instruction, default, CortexA53Model, CortexA57Model, ...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ABSv16i8, WriteV, , , CyWriteV3, M3WriteNMISC1, FalkorWr_2VXVY_2cyc,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95959"/>
                </a:solidFill>
              </a:defRPr>
            </a:pPr>
            <a:r>
              <a:t>schedcover.py reports which instructions are (or are NOT) covered by a given CPU's schedule model - useful for finding gaps when adding a new AArch64 CPU.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Instruction Relation Mapping (InstrMapping)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Sometimes the SAME logical instruction exists in multiple encodings/formats, and passes need to SWITCH between them after instruction selection (e.g. a predicated form vs. non-predicated form).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TableGen's InstrMapping class lets a target describe a relation between instructions declaratively.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TableGen parses these relation models and generates lookup TABLES plus query FUNCTIONS in AArch64GenInstrInfo.inc, so C++ passes can ask 'give me the related instruction for opcode X'.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49039"/>
            <a:ext cx="9966960" cy="11887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Example use in LLVM: switching between predicated and non-predicated SVE instruction forms, or between different addressing-mode variants of the same logical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AArch64InstrInfo: Hand-Written TargetInstrInfo Overrides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 i="0">
                <a:solidFill>
                  <a:srgbClr val="595959"/>
                </a:solidFill>
              </a:defRPr>
            </a:pPr>
            <a:r>
              <a:t>TableGen generates most of the instruction DESCRIPTION, but a subclass of TargetInstrInfo must still be hand-coded (AArch64InstrInfo.cpp) to implement BEHAVIOR: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737360"/>
          <a:ext cx="11704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863840"/>
              </a:tblGrid>
              <a:tr h="54864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isLoadFromStackSlot / isStoreToStackSlot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Recognize direct spill loads/stores, return the register &amp; FrameIndex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copyPhysReg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Emit instruction(s) to copy a value between two physical registers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storeRegToStackSlot / loadRegFromStackSlot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Emit a spill store / reload load for a register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foldMemoryOperand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Try to combine a register operand directly into a load/store form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analyzeBranch / removeBranch / insertBranch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Examine and rewrite terminator instructions of a block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2578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F4E79"/>
                </a:solidFill>
              </a:defRPr>
            </a:pPr>
            <a:r>
              <a:t>These functions default to returning 0/false/assert if NOT overridden by the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Branch Folding &amp; If-Conversion: analyzeBranch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BranchFolding.cpp and IfConversion.cpp (lib/CodeGen) call analyzeBranch() to simplify the control-flow graph - removing dead branches, merging blocks, converting short if/else into predicated instructions.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analyzeBranch(MBB, TBB, FBB, Cond) examines the END of a MachineBasicBlock and classifies it: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60604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6309360"/>
              </a:tblGrid>
              <a:tr h="44413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Block Ending Pattern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What analyzeBranch Returns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Falls through, no branch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TBB = FBB = null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One unconditional branch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TBB = destination, FBB = null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Two unconditional branches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Erase the dead 2nd branch; TBB = 1st destination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One conditional branch (falls through otherwise)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TBB = cond destination; Cond = comparison operands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Conditional + unconditional branch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TBB = true dest, FBB = false dest, Cond = comparison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Unrecognized terminator (e.g. indirect branch)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Return TRUE (I don't know what to do)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The Instruction Selector: AArch64ISelDAGToDAG.cpp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Instruction Selection converts generic SelectionDAG nodes (ISD::ADD, ISD::LOAD, ...) into AArch64-specific opcodes (ADDWrr, LDRWui, ...) - a DAG-to-DAG transformation.</a:t>
            </a:r>
          </a:p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AArch64InstrInfo.td's [(set ...)] Pattern fields are compiled by TableGen into a big generated function: SelectCode(), placed in AArch64GenDAGISel.inc and included by AArch64ISelDAGToDAG.cpp.</a:t>
            </a:r>
          </a:p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ComplexPattern definitions (like am_indexed32) point to hand-written C++ matcher functions - e.g. SelectAddrModeIndexed32 - that recognize an addressing-mode shape in a live DAG.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840480"/>
            <a:ext cx="9601200" cy="219456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SDNode *SelectCode(SDValue N) {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switch (N.getOpcode()) {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case ISD::LOAD:  return Select_ISD_LOAD(N);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case ISD::STORE: return Select_ISD_STORE(N);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case ISD::ADD:   return Select_ISD_ADD(N);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...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Pattern Matching Walkthrough: (load) -&gt; LDRWui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28016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def LDRWui : LoadStoreUI&lt;0b10, 0, 0b01,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(outs GPR32:$Rt), (ins GPR64sp:$Rn, uimm12s4:$offset),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"ldr", "\t$Rt, [$Rn, $offset]",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[(set GPR32:$Rt, (load (am_indexed32 GPR64sp:$Rn, uimm12s4:$offset)))]&gt;;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1. The DAG builder creates an ISD::LOAD node from LLVM IR (e.g. loading a 32-bit int from a pointer).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2. SelectCode() sees opcode ISD::LOAD and calls the generated Select_ISD_LOAD.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3. That function calls SelectAddrModeIndexed32() (the ComplexPattern) to try to decompose the load's address operand into (base register Rn, scaled immediate offset).</a:t>
            </a:r>
          </a:p>
          <a:p>
            <a:pPr>
              <a:spcAft>
                <a:spcPts val="700"/>
              </a:spcAft>
              <a:defRPr sz="1450" b="0">
                <a:solidFill>
                  <a:srgbClr val="212121"/>
                </a:solidFill>
              </a:defRPr>
            </a:pPr>
            <a:r>
              <a:t>●  4. If it matches, TableGen's generated code emits a new LDRWui machine node with the matched Rn/offset - this NEW node replaces the generic ISD::LOAD node in the DAG.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The SelectionDAG Legalize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Legalize converts a DAG to use ONLY types and operations the target natively supports.</a:t>
            </a:r>
          </a:p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In the AArch64TargetLowering constructor (AArch64ISelLowering.cpp), addRegisterClass() first declares which LLVM types map to which AArch64 register classes: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14600"/>
            <a:ext cx="10332720" cy="137160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addRegisterClass(MVT::i32, &amp;AArch64::GPR32RegClass);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addRegisterClass(MVT::i64, &amp;AArch64::GPR64RegClass);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addRegisterClass(MVT::f32, &amp;AArch64::FPR32RegClass);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addRegisterClass(MVT::f64, &amp;AArch64::FPR64RegClass);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69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For every OTHER operation/type combination, the constructor calls setOperationAction (and friends) with one of FOUR LegalizeAction values: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61772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778240"/>
              </a:tblGrid>
              <a:tr h="347472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Legal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Natively supported already - default, rarely written explicitly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Promote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Widen to a larger supported type, then perform the op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Expand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Break into a sequence of other supported operations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Custom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Call a hand-written C++ lowering function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Legalize Actions: Promote &amp; Expand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Promote - widen an unsupported type to a supported one: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91440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// i1 boolean values are not natively sign-extend-loadable -&gt; widen first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setLoadExtAction(ISD::SEXTLOAD, MVT::i1, MVT::i32, Promote);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Expand - break the operation into other supported operations: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10881360" cy="109728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// AArch64 has no direct FSIN/FCOS instruction -&gt; expand to a libcall / sequence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setOperationAction(ISD::FSIN, MVT::f32, Expand);</a:t>
            </a:r>
          </a:p>
          <a:p>
            <a:pPr>
              <a:defRPr sz="1350">
                <a:solidFill>
                  <a:srgbClr val="D4D4D4"/>
                </a:solidFill>
                <a:latin typeface="Consolas"/>
              </a:defRPr>
            </a:pPr>
            <a:r>
              <a:t>setOperationAction(ISD::FCOS, MVT::f32, Expand);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Promote changes the DATA TYPE (e.g. i1 -&gt; i32) before doing the operation.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Expand changes the OPERATION into several simpler ones, keeping the type the same.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Legalize Actions: Custom &amp; Legal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Custom - hand-written C++ takes over lowering: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92024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setOperationAction(ISD::FP_TO_SINT, MVT::i32, Custom);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SDValue AArch64TargetLowering::LowerOperation(SDValue Op, SelectionDAG &amp;DAG) const {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switch (Op.getOpcode()) {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case ISD::FP_TO_SINT: return LowerFP_TO_SINT(Op, DAG);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...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Legal - operation is already natively supported (the default / rarely set explicitly):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10881360" cy="164592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// CTPOP (population count) needs Expand on most cores,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// but is natively Legal when the target has the CSSC extension: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setOperationAction(ISD::CTPOP, MVT::i32, Expand);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if (Subtarget-&gt;hasCSSC())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setOperationAction(ISD::CTPOP, MVT::i32, Legal);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Calling Conventions: AArch64CallingConvention.td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TableGen interfaces CCIfType and CCAssignToReg (from TargetCallingConv.td) describe the AAPCS64 calling convention declaratively; TableGen emits AArch64GenCallingConv.inc, included from AArch64ISelLowering.cpp.</a:t>
            </a:r>
          </a:p>
          <a:p>
            <a:pPr>
              <a:spcAft>
                <a:spcPts val="700"/>
              </a:spcAft>
              <a:defRPr sz="1550" b="0">
                <a:solidFill>
                  <a:srgbClr val="212121"/>
                </a:solidFill>
              </a:defRPr>
            </a:pPr>
            <a:r>
              <a:t>●  These rules decide: the ORDER parameters are allocated, WHERE each argument/return value lives (register vs. stack), and WHICH registers are eligible.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54680"/>
            <a:ext cx="11247120" cy="192024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def RetCC_AArch64_AAPCS : CallingConv&lt;[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CCIfType&lt;[i32], CCAssignToReg&lt;[W0, W1, W2, W3, W4, W5, W6, W7]&gt;&gt;,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CCIfType&lt;[i64], CCAssignToReg&lt;[X0, X1, X2, X3, X4, X5, X6, X7]&gt;&gt;,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CCIfType&lt;[f32], CCAssignToReg&lt;[S0, S1, S2, S3, S4, S5, S6, S7]&gt;&gt;,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CCIfType&lt;[f64], CCAssignToReg&lt;[D0, D1, D2, D3, D4, D5, D6, D7]&gt;&gt;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]&gt;;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95959"/>
                </a:solidFill>
              </a:defRPr>
            </a:pPr>
            <a:r>
              <a:t>Extra arguments that don't fit in registers fall through to CCAssignToStack&lt;size, align&gt;.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Other Calling-Convention Building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704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8046720"/>
              </a:tblGrid>
              <a:tr h="50292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Interface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CCIf&lt;predicate, action&gt;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If predicate matches, apply action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CCIfInReg&lt;action&gt;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If argument has the 'inreg' attribute, apply action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CCIfNest&lt;action&gt;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If argument has the 'nest' attribute (nested functions), apply action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CCIfNotVarArg&lt;action&gt;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If function is NOT variadic, apply action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CCDelegateTo&lt;OtherCC&gt;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Hand off remaining assignment logic to another CallingConv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CCIfCC&lt;"name", action&gt;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If the CURRENT calling convention matches name, apply action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CCAssignToRegAndStack&lt;regs, size, align&gt;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Assign to a register AND reserve a shadow stack slot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CCPassByVal&lt;size, align&gt;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Pass a value on the stack with the given size/alignment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CCPromoteToType&lt;type&gt;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12121"/>
                          </a:solidFill>
                        </a:defRPr>
                      </a:pPr>
                      <a:r>
                        <a:t>Promote the current value to a larger type before assigning 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End-to-End Summary: From .td Files to Machine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108960" cy="105156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.td files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(Instr/CC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definitions)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178765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108960" cy="105156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llvm-tblgen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(code generation)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0" y="178765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3108960" cy="10515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AArch64Gen*.inc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(generated C++)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3108960" cy="10515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SelectionDAG</a:t>
            </a:r>
          </a:p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(SDNodes)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31920" y="329641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2880360"/>
            <a:ext cx="3108960" cy="1051560"/>
          </a:xfrm>
          <a:prstGeom prst="roundRect">
            <a:avLst/>
          </a:prstGeom>
          <a:solidFill>
            <a:srgbClr val="D5F0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Legalize</a:t>
            </a:r>
          </a:p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(Promote/Expand/</a:t>
            </a:r>
          </a:p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Custom/Legal)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15200" y="329641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2880360"/>
            <a:ext cx="3108960" cy="1051560"/>
          </a:xfrm>
          <a:prstGeom prst="roundRect">
            <a:avLst/>
          </a:prstGeom>
          <a:solidFill>
            <a:srgbClr val="BDD7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Instruction Selection</a:t>
            </a:r>
          </a:p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(SelectCode)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828800" y="2487168"/>
            <a:ext cx="365760" cy="32004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3108960" cy="10515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MachineInstr</a:t>
            </a:r>
          </a:p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(AArch64 opcodes)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31920" y="480517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4389120"/>
            <a:ext cx="3108960" cy="105156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Scheduling +</a:t>
            </a:r>
          </a:p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Register Allocation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15200" y="480517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4389120"/>
            <a:ext cx="3108960" cy="10515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AArch64 Machine</a:t>
            </a:r>
          </a:p>
          <a:p>
            <a:pPr algn="ctr">
              <a:defRPr sz="1250" b="1" i="0">
                <a:solidFill>
                  <a:srgbClr val="212121"/>
                </a:solidFill>
              </a:defRPr>
            </a:pPr>
            <a:r>
              <a:t>Code / .o file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828800" y="3995928"/>
            <a:ext cx="365760" cy="32004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 i="1">
                <a:solidFill>
                  <a:srgbClr val="1F4E79"/>
                </a:solidFill>
              </a:defRPr>
            </a:pPr>
            <a:r>
              <a:t>TableGen .td files describe WHAT instructions look like; hand-written C++ (ISelLowering, ISelDAGToDAG, InstrInfo) describes HOW to use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Key AArch64 Source Files (Quick Reference)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8321040"/>
              </a:tblGrid>
              <a:tr h="568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AArch64.td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Top-level target description - includes all other .td files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AArch64InstrFormats.td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Encoding base classes (bit-layout templates) for every instruction shape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AArch64InstrInfo.td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Actual instruction definitions, condition codes, patterns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AArch64CallingConvention.td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AAPCS64 argument/return-value calling convention rules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AArch64ISelLowering.cpp/.h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TargetLowering subclass - Legalize actions, Custom lowering functions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AArch64ISelDAGToDAG.cpp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DAG-to-DAG instruction selection pass, ComplexPattern matcher functions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AArch64InstrInfo.cpp/.h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TargetInstrInfo subclass - copyPhysReg, analyzeBranch, spill/reload, etc.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AArch64RegisterInfo.td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Register &amp; register-class definitions used across all the above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Calibri"/>
              </a:defRPr>
            </a:pPr>
            <a:r>
              <a:t>Quick Recap / Cheat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8046720"/>
              </a:tblGrid>
              <a:tr h="51206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One-line definition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SDNode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One operation node in a SelectionDAG (opcode + operands + type + properties)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TableGen (.td)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Declarative language describing instructions; llvm-tblgen turns it into C++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Instruction class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Target.td base class: defines OutOperandList, InOperandList, Pattern, etc.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multiclass / defm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Template mechanism to stamp out many similar instruction defs at once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ComplexPattern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Links a TableGen pattern to a hand-written C++ matcher (e.g. addressing modes)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getNamedOperandIdx()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Looks up a MachineInstr operand's index by its TableGen name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Legalize (Promote/Expand/Custom/Legal)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How unsupported types/ops are converted to supported ones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analyzeBranch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Classifies a block's terminator instructions for branch folding/if-conversion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CCAssignToReg / CCAssignToStack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Calling-convention rules for where arguments/return values live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Instruction Set &amp; SelectionDAG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2560320"/>
            <a:ext cx="5760720" cy="109728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4000" b="1" i="0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595959"/>
                </a:solidFill>
              </a:defRPr>
            </a:pPr>
            <a:r>
              <a:t>Explore AArch64InstrFormats.td, AArch64InstrInfo.td, AArch64ISelLowering.cpp and AArch64ISelDAGToDAG.cpp in the LLVM source tree to see this pipeline in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