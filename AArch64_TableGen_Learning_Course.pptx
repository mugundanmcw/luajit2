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TABLEGEN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LLVM TableGen?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TableGen is a small, domain-specific language (DSL) built into LLVM.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It describes structured, repetitive compiler information declaratively instead of in raw C++.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AArch64 must describe things like: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–  </a:t>
            </a:r>
            <a:r>
              <a:rPr sz="1650">
                <a:solidFill>
                  <a:srgbClr val="242A37"/>
                </a:solidFill>
                <a:latin typeface="Calibri"/>
              </a:rPr>
              <a:t>about 1000+ instructions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–  </a:t>
            </a:r>
            <a:r>
              <a:rPr sz="1650">
                <a:solidFill>
                  <a:srgbClr val="242A37"/>
                </a:solidFill>
                <a:latin typeface="Calibri"/>
              </a:rPr>
              <a:t>hundreds of registers and register classes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–  </a:t>
            </a:r>
            <a:r>
              <a:rPr sz="1650">
                <a:solidFill>
                  <a:srgbClr val="242A37"/>
                </a:solidFill>
                <a:latin typeface="Calibri"/>
              </a:rPr>
              <a:t>operand encodings, scheduling info, patterns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>
                <a:solidFill>
                  <a:srgbClr val="C0392B"/>
                </a:solidFill>
                <a:latin typeface="Calibri"/>
              </a:rPr>
              <a:t>▸  </a:t>
            </a:r>
            <a:r>
              <a:rPr sz="1650">
                <a:solidFill>
                  <a:srgbClr val="242A37"/>
                </a:solidFill>
                <a:latin typeface="Calibri"/>
              </a:rPr>
              <a:t>Writing all of this by hand in C++ would be repetitive, error-prone, and hard to keep in sync with the ISA manual.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417320"/>
            <a:ext cx="5212080" cy="42062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002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Analogy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011680"/>
            <a:ext cx="4754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42A37"/>
                </a:solidFill>
                <a:latin typeface="Calibri"/>
              </a:rPr>
              <a:t>TableGen is a specialized language for describing structured compiler information.
Think of it like a schema / data-definition language with inheritance. LLVM's "backends" later read that data and generate C++ tables, matchers, and switch statements.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AArch64.td (top-level file that includes all other .td files)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TABLEGEN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Does LLVM Need TableGen?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42A37"/>
                </a:solidFill>
                <a:latin typeface="Calibri"/>
              </a:rPr>
              <a:t>Imagine hand-writing C++ tables for all of this, for every instruction: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78308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011680"/>
            <a:ext cx="178308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Registers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178308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Operands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178308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Encodings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178308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Scheduling info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011680"/>
            <a:ext cx="1783080" cy="8229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Patterns (ISel)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5B66"/>
                </a:solidFill>
                <a:latin typeface="Calibri"/>
              </a:rPr>
              <a:t>x hundreds/thousands of AArch64 instruction variants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11247120" cy="26517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How TableGen reduces repetition: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Write one reusable class once (e.g. the shape of an add/subtract immediate instruction).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Reuse it via inheritance and multiclass to stamp out the W/X, signed/unsigned, register/immediate variants automatically.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A TableGen backend program reads the records and emits the final C++ tables.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AArch64InstrInfo.td, AArch64InstrFormats.td, AArch64RegisterInfo.td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TABLEGEN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TableGen Big Picture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417320"/>
            <a:ext cx="5669280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.td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490472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55B66"/>
                </a:solidFill>
                <a:latin typeface="Calibri"/>
              </a:rPr>
              <a:t>AArch64InstrInfo.td, AArch64RegisterInfo.td, ...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.0" y="2194560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46120" y="2359152"/>
            <a:ext cx="5669280" cy="7772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242A37"/>
                </a:solidFill>
                <a:latin typeface="Calibri"/>
              </a:rPr>
              <a:t>TableGen parser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432304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55B66"/>
                </a:solidFill>
                <a:latin typeface="Calibri"/>
              </a:rPr>
              <a:t>Reads syntax, resolves classes/multiclasses/bang-ops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.0" y="3136392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46120" y="3300984"/>
            <a:ext cx="5669280" cy="7772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242A37"/>
                </a:solidFill>
                <a:latin typeface="Calibri"/>
              </a:rPr>
              <a:t>Records / 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374136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55B66"/>
                </a:solidFill>
                <a:latin typeface="Calibri"/>
              </a:rPr>
              <a:t>In-memory database of every def and its field values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.0" y="4078224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46120" y="4242816"/>
            <a:ext cx="5669280" cy="7772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242A37"/>
                </a:solidFill>
                <a:latin typeface="Calibri"/>
              </a:rPr>
              <a:t>TableGen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315968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55B66"/>
                </a:solidFill>
                <a:latin typeface="Calibri"/>
              </a:rPr>
              <a:t>-gen-instr-info, -gen-register-info, -gen-dag-isel, ...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.0" y="5020056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46120" y="5184648"/>
            <a:ext cx="5669280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Generated LLVM info/code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25780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555B66"/>
                </a:solidFill>
                <a:latin typeface="Calibri"/>
              </a:rPr>
              <a:t>AArch64GenInstrInfo.inc, AArch64GenRegisterInfo.inc,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55B66"/>
                </a:solidFill>
                <a:latin typeface="Calibri"/>
              </a:rPr>
              <a:t>AArch64.td's job is mainly step 1: it 'include's dozens of .td files so the parser sees the whole AArch64 description at once.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AArch64.td (include chain, lines 16-58)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TABLEGEN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TableGen vs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42A37"/>
                </a:solidFill>
                <a:latin typeface="Calibri"/>
              </a:rPr>
              <a:t>The syntax looks similar to C++ - but the meaning is very 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6F8B"/>
                </a:solidFill>
                <a:latin typeface="Calibri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404872"/>
            <a:ext cx="5065776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Instruction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public: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int opcode;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virtual void encode();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TableGen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331720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404872"/>
            <a:ext cx="5065776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Instruction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bits&lt;32&gt; Inst;   // a FIELD, not a member fn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string Namespace;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// ... more fields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34840"/>
            <a:ext cx="11109960" cy="1828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53712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 TableGen 'class' is a data blueprint, not a C++ class with methods/logic.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There is no runtime; TableGen only builds a static database of field values ('records'). All real logic runs later in C++ backends.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'Inheritance' in TableGen means: copy/merge the parent's field definitions and defaults into the child.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AArch64InstrFormats.td: class AArch64Inst&lt;Format f, string cstr&gt; : Instruction { ...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RECORDS, DEF,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a TableGen Record?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 record is TableGen's fundamental unit of data - like one populated struct/object.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Every record has: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–  </a:t>
            </a:r>
            <a:r>
              <a:rPr sz="1600">
                <a:solidFill>
                  <a:srgbClr val="242A37"/>
                </a:solidFill>
                <a:latin typeface="Calibri"/>
              </a:rPr>
              <a:t>a unique Name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–  </a:t>
            </a:r>
            <a:r>
              <a:rPr sz="1600">
                <a:solidFill>
                  <a:srgbClr val="242A37"/>
                </a:solidFill>
                <a:latin typeface="Calibri"/>
              </a:rPr>
              <a:t>a set of Fields (name + type + value)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–  </a:t>
            </a:r>
            <a:r>
              <a:rPr sz="1600">
                <a:solidFill>
                  <a:srgbClr val="242A37"/>
                </a:solidFill>
                <a:latin typeface="Calibri"/>
              </a:rPr>
              <a:t>optionally, one or more parent classes it inherited fields from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Records don't 'do' anything themselves - they are data a backend reads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Tiny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920240"/>
            <a:ext cx="539496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993392"/>
            <a:ext cx="506577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AArch64Reg&lt;bits&lt;16&gt; enc, string n&gt;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bits&lt;16&gt; Encoding = enc;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string Name = n;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 X0 : AArch64Reg&lt;0, "x0"&gt;;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520440"/>
            <a:ext cx="5394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42A37"/>
                </a:solidFill>
                <a:latin typeface="Calibri"/>
              </a:rPr>
              <a:t>def X0 produces ONE record named X0 with:
   Encoding = 0
   Name = "x0"
A record is just: Name + Fields (+ inherited fields).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AArch64RegisterInfo.td - class AArch64Reg&lt;...&gt;; def X0 : AArch64Reg&lt;0, "x0", [W0, W0_HI]&gt;,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RECORDS, DEF,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def: Creating a Concrete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def creates one concrete, named record.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It is the TableGen equivalent of instantiating an object.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def can stand alone, or inherit fields from one or more classes.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Unlike class, a def is not a reusable blueprint for other defs.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Contrast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80560"/>
            <a:ext cx="5394960" cy="1371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553712"/>
            <a:ext cx="506577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Format&lt;bits&lt;2&gt; val&gt; { ... }   // blueprint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 PseudoFrm : Format&lt;0&gt;;          // concrete record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 NormalFrm : Format&lt;1&gt;;          // concrete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Real AArch64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920240"/>
            <a:ext cx="539496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993392"/>
            <a:ext cx="506577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Format&lt;bits&lt;2&gt; val&gt;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bits&lt;2&gt; Value = val;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 PseudoFrm   : Format&lt;0&gt;;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 NormalFrm   : Format&lt;1&gt;;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520440"/>
            <a:ext cx="5394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42A37"/>
                </a:solidFill>
                <a:latin typeface="Calibri"/>
              </a:rPr>
              <a:t>PseudoFrm and NormalFrm are two concrete records, each with a field Value inherited from Format, set to 0 and 1.
AArch64Inst later uses a Format value to tag whether an instruction is pseudo or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AArch64InstrFormats.td, ~line 30-35: class Format&lt;bits&lt;2&gt; val&gt;; def PseudoFrm; def NormalFrm;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RECORDS, DEF,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Fields and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Generic shape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1737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0657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Example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int Size = 32;      // field, type int, default 32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bit HasSomething = 1;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Field name - the identifier (Size, HasSomething, ...).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Type - bit, int, string, bits&lt;N&gt;, list&lt;T&gt;, dag, a class name, etc.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Default value - assigned in the class; every def not overriding it gets this value.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Overriding - a derived class/def can assign a new value to an inherited field.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Real AArch64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394960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901952"/>
            <a:ext cx="506577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AArch64Inst&lt;Format f, string cstr&gt; : Instruction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field bits&lt;32&gt; Inst;      // encoding, filled by subclasses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field bits&lt;32&gt; Unpredictable = 0;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let Namespace = "AArch64";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Format F = f;             // set from a class parameter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bit isWhile = 0;          // default overridden by some insns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...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AArch64InstrFormats.td, class AArch64Inst&lt;Format f, string cstr&gt; : Instruction { ...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RECORDS, DEF,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TableGen Data Types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291840"/>
                <a:gridCol w="6400800"/>
              </a:tblGrid>
              <a:tr h="600891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AArch64 example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bit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single 0/1 value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bit isWhile = 0;  (AArch64Inst)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bits&lt;N&gt;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N-bit fixed vector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bits&lt;32&gt; Inst;  (AArch64Inst)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signed integer constant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int Size = 4;  (EncodedI)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text value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string Namespace = "AArch64";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list&lt;T&gt;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ordered list of 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list&lt;Predicate&gt; F;  (AArch64Unsupported)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dag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a small operation tree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242A37"/>
                          </a:solidFill>
                          <a:latin typeface="Calibri"/>
                        </a:rPr>
                        <a:t>dag OutOperandList = oops;  (Pseudo, I)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55B66"/>
                </a:solidFill>
                <a:latin typeface="Calibri"/>
              </a:rPr>
              <a:t>These are the workhorse types across nearly every AArch64 .td file - get comfortable with them before anything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(AArch64Inst, Pseudo, I); AArch64.td (AArch64Unsupported)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RECORDS, DEF,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bit and bits&lt;&gt;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212080" cy="1097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6F8B"/>
                </a:solidFill>
                <a:latin typeface="Calibri"/>
              </a:rPr>
              <a:t>bit  -&gt;  one single bit (0 or 1)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54480"/>
            <a:ext cx="5623560" cy="1097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69164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bits&lt;8&gt;  -&gt;  an 8-bit value (indexable!)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42A37"/>
                </a:solidFill>
                <a:latin typeface="Calibri"/>
              </a:rPr>
              <a:t>Real AArch64 example - building a 32-bit instruction encoding piece by piece: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4712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364992"/>
            <a:ext cx="10917936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AArch64Inst&lt;Format f, string cstr&gt; : Instruction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field bits&lt;32&gt; Inst;            // the full 32-bit encoding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...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BaseAddSubImm&lt;...&gt; : I&lt;...&gt;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bits&lt;5&gt;  Rd;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bits&lt;5&gt;  Rn;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let Inst{30}    = isSub;        // ONE bit, indexed with { 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let Inst{28-24} = 0b10001;      // a 5-bit SLICE of bits&lt;32&gt;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let Inst{9-5}   = Rn;           // copy a whole bits&lt;5&gt; field in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let Inst{4-0}   = Rd;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55B66"/>
                </a:solidFill>
                <a:latin typeface="Calibri"/>
              </a:rPr>
              <a:t>This is exactly how instruction ENCODING is built: slice-assign bits into the 32-bit Inst field.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- AArch64Inst, BaseAddSubImm (lines ~84-115, 2968-2980)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RECORDS, DEF,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Lists and DAGs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6F8B"/>
                </a:solidFill>
                <a:latin typeface="Calibri"/>
              </a:rPr>
              <a:t>list&lt;T&gt;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An ordered collection of values of type 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Used for things like a list of predicates, register lists, etc.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5394960" cy="1737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816352"/>
            <a:ext cx="50657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class AArch64Unsupported { list&lt;Predicate&gt; F; 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def MTEUnsupported : AArch64Unsupported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let F = [HasMTE];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"/>
              </a:rPr>
              <a:t>dag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 small tree: an operator applied to a list of arguments.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Used for operand lists and instruction-selection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743200"/>
            <a:ext cx="5394960" cy="1737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816352"/>
            <a:ext cx="50657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Pseudo&lt;dag oops, dag iops, list&lt;dag&gt; pattern&gt;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dag OutOperandList = oops;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dag InOperandList  = iops;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let Pattern = pattern;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9160"/>
            <a:ext cx="11109960" cy="1234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46320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42A37"/>
                </a:solidFill>
                <a:latin typeface="Calibri"/>
              </a:rPr>
              <a:t>(outs GPR32:$Rd) and (ins GPR32:$Rn, GPR32:$Rm) are dags: the operator is outs/ins, the arguments are typed operands. A pattern like (set GPR32:$Rd, (add GPR32:$Rn, GPR32:$Rm)) is also just a dag.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AArch64.td (AArch64Unsupported/MTEUnsupported); AArch64InstrFormats.td (class Pseudo)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CLASSES &amp; INHERITANCE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class: Creating a Reusable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class defines a reusable template of fields (and default values).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It does NOT create a record by itself - you need a def (or another class) to instantiate it.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Mental model: class = reusable description / blueprint.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AArch64 uses long chains of classes so each new instruction only specifies what's DIFFERENT, not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Real AArch64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539496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901952"/>
            <a:ext cx="5065776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// AArch64 Instruction Format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class AArch64Inst&lt;Format f, string cstr&gt; : Instruction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field bits&lt;32&gt; Inst;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field bits&lt;32&gt; Unpredictable = 0;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let Namespace = "AArch64";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Format F = f;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...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434840"/>
            <a:ext cx="5394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42A37"/>
                </a:solidFill>
                <a:latin typeface="Calibri"/>
              </a:rPr>
              <a:t>AArch64Inst is never used directly by a def - instead, many more specific classes build on top of it (Pseudo, EncodedI, I, ...).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- class AArch64Inst&lt;Format f, string cstr&gt; : Instruction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CLASSES &amp; INHERITANCE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Class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Generic shape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15544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06577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class Instruction&lt;int Opcode&gt;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int OpcodeValue = Opcode;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 ADD : Instruction&lt;1&gt;;  // OpcodeValue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Parameters are declared like C++ template parameters: class Name&lt;Type Param, ...&gt;.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The caller supplies values in angle brackets: Instruction&lt;1&gt;.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Inside the class body, parameters behave like local values you can assign to fields.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Comparable to a C++ class template, but resolved at TableGen parse time, not compile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Real AArch64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394960" cy="26517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901952"/>
            <a:ext cx="5065776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class Format&lt;bits&lt;2&gt; val&gt;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bits&lt;2&gt; Value = val;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AArch64Inst&lt;Format f, string cstr&gt; : Instruction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Format F = f;             // 'f' passed straight through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bits&lt;2&gt; Form = F.Value;   // field access on a class param!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let Constraints = cstr;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- class Format&lt;bits&lt;2&gt; val&gt;; class AArch64Inst&lt;Format f, string cstr&gt;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CLASSES &amp; INHERITANCE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Generic shape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06577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Base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int X = 1;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class Derived : Base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int Y = 2;   // Derived has BOTH X and Y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Base class - declares fields other classes can reuse.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Derived class - lists parent(s) after ':' and inherits all their fields (with defaults).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 derived class can override an inherited field's value.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LLVM leans on this heavily so shared instruction shape is written exactly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Real AArch64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394960" cy="27432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901952"/>
            <a:ext cx="5065776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AArch64Inst&lt;Format f, string cstr&gt; : Instruction { ... 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class EncodedI&lt;string cstr, list&lt;dag&gt; pattern&gt;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  : AArch64Inst&lt;NormalFrm, cstr&gt;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let Pattern = pattern;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let Size = 4;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class I&lt;dag oops, dag iops, string asm, ...&gt;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  : EncodedI&lt;cstr, pattern&gt; { ...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- class EncodedI : AArch64Inst&lt;...&gt;; class I : EncodedI&lt;...&gt;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CLASSES &amp; INHERITANCE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Multiple Inheritance /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A def or class can list MULTIPLE parents, separated by commas.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This lets AArch64 mix independent, reusable pieces - e.g. the instruction shape AND its scheduling info.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TableGen merges the fields from every parent into the child.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Real AArch64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5394960" cy="19202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279392"/>
            <a:ext cx="506577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class BaseAddSubImm&lt;bit isSub, bit setFlags, ...&gt;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  : I&lt;(outs dstRegtype:$Rd), inputs, asm_inst,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      asm_ops, "", [pattern]&gt;,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    Sched&lt;[WriteI, ReadI]&gt;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...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794760"/>
            <a:ext cx="5394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42A37"/>
                </a:solidFill>
                <a:latin typeface="Calibri"/>
              </a:rPr>
              <a:t>BaseAddSubImm inherits from TWO classes at once:
  - I&lt;...&gt;       gives it the instruction shape (operands, asm string, pattern)
  - Sched&lt;[...]&gt; gives it scheduling metadata
This is composition: two independent concerns combined into one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- class BaseAddSubImm&lt;...&gt; : I&lt;...&gt;, Sched&lt;[WriteI, ReadI]&gt;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CLASSES &amp; INHERITANCE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let: Overriding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let assigns/overrides a field's value.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Inside a class/def body: sets a field that class/def owns or inherited.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Wrapped around a def (let X = ... in def ...): makes X = ... true for every def inside the braces.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Difference from a plain default: let is an explicit override, often scoped to several defs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Real AArch64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5394960" cy="30175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901952"/>
            <a:ext cx="5065776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// (1) let INSIDE a def body: override one bit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 Wri : AddSubImmShift&lt;isSub, 0, GPR32sp, ...&gt;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let Inst{31} = 0;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// (2) let ... in wraps a def declaration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let F = [HasPAuth, HasPAuthLR] in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 PAUnsupported : AArch64Unsupported;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(multiclass AddSub, def Wri); AArch64.td (let F = [...] in def PAUnsupported)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GENERATING MANY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Generate Definitions?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42A37"/>
                </a:solidFill>
                <a:latin typeface="Calibri"/>
              </a:rPr>
              <a:t>Imagine 20 instructions that share almost everything but differ in: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2084831" cy="8229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Opcode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1" y="2148840"/>
            <a:ext cx="2084831" cy="8229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Operand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2622" y="2148840"/>
            <a:ext cx="2084831" cy="8229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Register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3" y="2148840"/>
            <a:ext cx="2084831" cy="8229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Encoding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8044" y="2148840"/>
            <a:ext cx="2084831" cy="8229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1247120" cy="2560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5760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Writing each one by hand means copy-pasting the same shape over and over - easy to introduce subtle bugs.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Instead, TableGen lets you write the SHARED shape once and generate the definitions systematically.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>
                <a:solidFill>
                  <a:srgbClr val="242A37"/>
                </a:solidFill>
                <a:latin typeface="Calibri"/>
              </a:rPr>
              <a:t>This is exactly the problem multiclass + defm solve, coming up next.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Concept illustrated concretely by multiclass AddSub&lt;...&gt; in AArch64InstrFormats.td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GENERATING MANY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multiclass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Generic shape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21031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065776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multiclass Something&lt;int X&gt;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def Foo : SomeClass&lt;X&gt;;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def Bar : SomeClass&lt;X, 1&gt;;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// Not usable alone - needs defm to instantiate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Mental model: multiclass = recipe/template for creating MULTIPLE records at once.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Inside its body you write ordinary def statements - each becomes a record when the multiclass is instantiated.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 multiclass is never used directly by itself; it needs defm.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Real AArch64 example (excerpt)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394960" cy="38404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901952"/>
            <a:ext cx="5065776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multiclass AddSub&lt;bit isSub, string mnemonic,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              string alias,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              SDPatternOperator OpNode = null_frag&gt; 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let hasSideEffects = 0, isReMaterializable = 1 in 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def Wri : AddSubImmShift&lt;isSub, 0, GPR32sp, GPR32sp,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             addsub_shifted_imm32, mnemonic, OpNode&gt; 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let Inst{31} = 0;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def Xri : AddSubImmShift&lt;isSub, 0, GPR64sp, GPR64sp,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             addsub_shifted_imm64, mnemonic, OpNode&gt; 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let Inst{31} = 1;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... // Wrr, Xrr, Wrs, Xrs, Wrx, Xrx, Xrx64, aliases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AArch64InstrFormats.td, lines ~3087-3166: multiclass AddSub&lt;bit isSub, string mnemonic, ...&gt;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GENERATING MANY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defm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Generic shape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11887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06577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defm Something : SomeMulticlass&lt;...&gt;;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5394960" cy="7772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multiclass
(the recipe)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.0" y="3794760"/>
            <a:ext cx="0.0" cy="18288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977640"/>
            <a:ext cx="5394960" cy="7772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defm
(run the recipe)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.0" y="4754880"/>
            <a:ext cx="0.0" cy="18288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4937760"/>
            <a:ext cx="5394960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generated
definitions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Real AArch64 example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901952"/>
            <a:ext cx="5065776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defm ADD : AddSub&lt;0, "add", "sub", add&gt;;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defm SUB : AddSub&lt;1, "sub", "add"&gt;;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749039"/>
            <a:ext cx="53949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42A37"/>
                </a:solidFill>
                <a:latin typeface="Calibri"/>
              </a:rPr>
              <a:t>defm ADD : AddSub&lt;0, "add", "sub", add&gt;; instantiates the multiclass with NAME='ADD', generating concrete records:
ADDWri, ADDXri, ADDWrr, ADDXrr, ADDWrs, ADDXrs, ADDWrx, ADDXrx, ADDXrx64, plus several InstAlias/Pat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AArch64InstrInfo.td, lines 2770-2771: defm ADD : AddSub&lt;0, "add", "sub", add&gt;; defm SUB : AddSub&lt;1, "sub", "add"&gt;;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GENERATING MANY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multiclass + defm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515721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multiclass AddSub&lt;bit isSub, string mnemonic,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              string alias,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              SDPatternOperator OpNode&gt; 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// 1: parameters -&gt; isSub, mnemonic, alias, OpNode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def Wri : AddSubImmShift&lt;isSub, 0, GPR32sp, ...&gt; 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let Inst{31} = 0;   // 2: definitions inside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def Xri : AddSubImmShift&lt;isSub, 0, GPR64sp, ...&gt; 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let Inst{31} = 1;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def Wrr : BaseAddSubRegPseudo&lt;GPR32, OpNode&gt;;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def Xrr : BaseAddSubRegPseudo&lt;GPR64, OpNode&gt;;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...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defm ADD : AddSub&lt;0, "add", "sub", add&gt;;  // 4: defm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71600"/>
            <a:ext cx="5349240" cy="4114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5: What records get 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ADDWri  (32-bit, immediate)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ADDXri  (64-bit, immediate)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ADDWrr / ADDXrr  (register, pseudo)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ADDWrs / ADDXrs  (shifted register)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ADDWrx / ADDXrx / ADDXrx64  (extended register)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plus alias/pattern records for asm and ISel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55B66"/>
                </a:solidFill>
                <a:latin typeface="Calibri"/>
              </a:rPr>
              <a:t>One multiclass + one defm produced roughly a dozen real, independently-named instruction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(multiclass AddSub, ~3087); AArch64InstrInfo.td:2770 (defm ADD)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GENERATING MANY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foreach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Generic shape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12801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065776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foreach X = [1, 2, 3] in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def Foo#X : SomeClass&lt;X&gt;;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Mental model: foreach = generate similar definitions for every item in a list.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Unlike multiclass, foreach directly repeats def/let statements - no 'recipe' object is created.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Common uses in AArch64: generating one def per register number, one Pat per vector type, one feature per index.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Real AArch64 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394960" cy="28346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901952"/>
            <a:ext cx="506577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// Registers: one def per index 0..30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foreach i = 0-30 in 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def W#i#_HI : AArch64Reg&lt;-1, "w"#i#"_hi"&gt; {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let isArtificial = 1;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// ISel patterns: one Pat per vector type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foreach VT = [ v8i8, v16i8, v4i16, v8i16 ] in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def : Pat&lt;(VT (vnot (AArch64cmeqz VT:$Rn))),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        (!cast&lt;Instruction&gt;("CMTST"#VT) VT:$Rn, VT:$Rn)&gt;;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AArch64RegisterInfo.td (foreach i = 0-30); AArch64InstrInfo.td (foreach VT = [...])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EXPRESSIONS &amp;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Bang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TableGen expressions that start with ! are called 'bang operators'.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They let you compute values while records are being built - string concatenation, arithmetic, list operations, conditionals, casts.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▸  </a:t>
            </a:r>
            <a:r>
              <a:rPr sz="1700">
                <a:solidFill>
                  <a:srgbClr val="242A37"/>
                </a:solidFill>
                <a:latin typeface="Calibri"/>
              </a:rPr>
              <a:t>They are NOT C++ preprocessor macros - they run inside the TableGen parser/evaluator, on TableGen values.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Seen constantly in AArch64 .td files: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206240"/>
            <a:ext cx="10789920" cy="15544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279392"/>
            <a:ext cx="1046073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let AsmString = !strconcat(asm, operands);                 // class I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(!cast&lt;Instruction&gt;(NAME # "Wri") GPR32sp:$Rd, ...)         // multiclass AddSub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let F = !listconcat([HasSVE2, ...], SVE2p1Unsupported.F);  // AArch64.td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(class I, multiclass AddSub); AArch64.td (SVE2Unsupported)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EXPRESSIONS &amp;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Important Bang Operators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017520"/>
                <a:gridCol w="6766560"/>
              </a:tblGrid>
              <a:tr h="560070"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50">
                          <a:solidFill>
                            <a:srgbClr val="FFFFFF"/>
                          </a:solidFill>
                          <a:latin typeface="Calibri"/>
                        </a:rPr>
                        <a:t>AArch64 example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!strconcat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join strings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AsmString = !strconcat(asm, operands);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!cast&lt;T&gt;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reinterpret a record/name as type 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!cast&lt;Instruction&gt;(NAME # "Wri")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!listconcat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concatenate two lists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!listconcat([HasSVE2, ...], SVE2p1Unsupported.F)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!if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choose a value based on a condition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!if(fpexceptions,[FPCR],[]&lt;Register&gt;)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!cond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multi-way branch (like switch)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!cond(isUnsigned : uimm8_32b, !not(isUnsigned) : simm8_32b)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!eq / !ne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equality / inequality test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!eq(regtype, V128)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!add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arithmetic addition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!add(x,-1)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AArch64InstrFormats.td, AArch64.td, AArch64SystemOperands.td (all operators shown are used in AArch64 .td files)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EXPRESSIONS &amp;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Conditional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6F8B"/>
                </a:solidFill>
                <a:latin typeface="Calibri"/>
              </a:rPr>
              <a:t>!if(cond, then, else)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15544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06577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...&lt;int fpexceptions = 1&gt;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let Uses = !if(fpexceptions, [FPCR], []&lt;Register&gt;)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in { ... }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5394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42A37"/>
                </a:solidFill>
                <a:latin typeface="Calibri"/>
              </a:rPr>
              <a:t>Reads as: 'if fpexceptions is true, Uses = [FPCR], otherwise Uses = an empty Register list.'
This lets one shared class conditionally add FPCR as a used register only for FP ops that can raise exceptions.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!cond(c1:v1, c2:v2, ...)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394960" cy="19202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901952"/>
            <a:ext cx="506577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class BaseComparisonOpImm&lt;... bit isUnsigned, ...&gt;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def Wri : BaseComparisonOpImm&lt;0b0, isUnsigned, isMin,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    GPR32,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    !cond(isUnsigned : uimm8_32b,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          !not(isUnsigned) : simm8_32b),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    asm, OpNode&gt;;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77639"/>
            <a:ext cx="5394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42A37"/>
                </a:solidFill>
                <a:latin typeface="Calibri"/>
              </a:rPr>
              <a:t>!cond picks the FIRST matching condition's value - here it picks the unsigned or signed immediate operand 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- class using !if(fpexceptions,...); class BaseComparisonOpImm with !cond(...)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EXPRESSIONS &amp;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Calculating Encodings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606040" cy="73152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opcode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1920240"/>
            <a:ext cx="137160" cy="0"/>
          </a:xfrm>
          <a:prstGeom prst="bentConnector3">
            <a:avLst/>
          </a:prstGeom>
          <a:ln w="27432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00400" y="1554480"/>
            <a:ext cx="2606040" cy="73152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 register fields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1920240"/>
            <a:ext cx="137160" cy="0"/>
          </a:xfrm>
          <a:prstGeom prst="bentConnector3">
            <a:avLst/>
          </a:prstGeom>
          <a:ln w="27432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0" y="1554480"/>
            <a:ext cx="2606040" cy="73152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 immediate fields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49640" y="1920240"/>
            <a:ext cx="137160" cy="0"/>
          </a:xfrm>
          <a:prstGeom prst="bentConnector3">
            <a:avLst/>
          </a:prstGeom>
          <a:ln w="27432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0" y="1554480"/>
            <a:ext cx="2606040" cy="73152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 bit positions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2377440"/>
            <a:ext cx="0" cy="27432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00400" y="2743200"/>
            <a:ext cx="5669280" cy="6858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instruction encoding (bits&lt;32&gt; Inst)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42A37"/>
                </a:solidFill>
                <a:latin typeface="Calibri"/>
              </a:rPr>
              <a:t>Real AArch64 example - BaseAddSubImm / AddSubImmShift: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11247120" cy="2148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142232"/>
            <a:ext cx="10917936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class BaseAddSubImm&lt;bit isSub, bit setFlags, ...&gt; : I&lt;...&gt;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bits&lt;5&gt;  Rd;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bits&lt;5&gt;  Rn;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let Inst{30}    = isSub;      // opcode-ish bit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let Inst{29}    = setFlags;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let Inst{28-24} = 0b10001;    // fixed opcode bits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let Inst{9-5}   = Rn;         // register field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let Inst{4-0}   = Rd;         // register field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class AddSubImmShift&lt;...&gt; : BaseAddSubImm&lt;...&gt;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bits&lt;14&gt; imm;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let Inst{23-22} = imm{13-12}; // immediate field, sliced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6C177"/>
                </a:solidFill>
                <a:latin typeface="Consolas"/>
              </a:rPr>
              <a:t>  let Inst{21-10} = imm{11-0};  // immediate field, sliced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AArch64InstrFormats.td, lines ~2968-2993: class BaseAddSubImm, class AddSubImmShift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REAL AARCH64 TABLEGEN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AArch64 Instructions Are Described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Instruction class (shape: I, EncodedI, Pseudo)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71800"/>
            <a:ext cx="54864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Opcode (fixed bits, e.g. 0b10001)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54864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Operands (dag OutOperandList / InOperandList)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Register classes (GPR32, GPR64sp, 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71800"/>
            <a:ext cx="54864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Encoding (bits&lt;32&gt; Inst, slice assignments)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89120"/>
            <a:ext cx="54864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Predicates (e.g. Requires&lt;[HasNEON]&gt;)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78640" y="1554480"/>
            <a:ext cx="54864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Instruction format (Format, NormalFrm/PseudoFrm)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978640" y="2971800"/>
            <a:ext cx="54864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Scheduling info (Sched&lt;[WriteI, ReadI]&gt;)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78640" y="4389120"/>
            <a:ext cx="548640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50" b="1">
                <a:solidFill>
                  <a:srgbClr val="242A37"/>
                </a:solidFill>
                <a:latin typeface="Calibri"/>
              </a:rPr>
              <a:t>Patterns (dag pattern for instruction selection)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55B66"/>
                </a:solidFill>
                <a:latin typeface="Calibri"/>
              </a:rPr>
              <a:t>Every real AArch64 instruction combines most/all of these pieces via inheritance + multiclass.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(AArch64Inst, Format, Pseudo, I, Sched); AArch64InstrInfo.td (Requires)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REAL AARCH64 TABLEGEN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Anatomy of a Real AArch64 Instruction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ADDWri - generated by defm ADD : AddSub&lt;0, "add", "sub", add&gt;;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▸  </a:t>
            </a:r>
            <a:r>
              <a:rPr sz="1550">
                <a:solidFill>
                  <a:srgbClr val="242A37"/>
                </a:solidFill>
                <a:latin typeface="Calibri"/>
              </a:rPr>
              <a:t>ADDWri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Name: ADDWri (32-bit add, immediate form)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Operands: OutOperandList=(outs GPR32sp:$Rd), InOperandList=(ins GPR32sp:$Rn, addsub_shifted_imm32:$imm)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Opcode bits: Inst{28-24}=0b10001, Inst{30}=isSub(0), Inst{31}=0 (32-bit)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Encoding: Inst{23-22}=imm{13-12}, Inst{21-10}=imm{11-0}, Inst{9-5}=Rn, Inst{4-0}=Rd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Register class: GPR32sp for both Rd and Rn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Predicates: none extra (base ISA)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92B"/>
                </a:solidFill>
                <a:latin typeface="Calibri"/>
              </a:rPr>
              <a:t>–  </a:t>
            </a:r>
            <a:r>
              <a:rPr sz="1550">
                <a:solidFill>
                  <a:srgbClr val="242A37"/>
                </a:solidFill>
                <a:latin typeface="Calibri"/>
              </a:rPr>
              <a:t>Other metadata: hasSideEffects=0, isReMaterializable=1, AddedComplexity=6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(AddSubImmShift, multiclass AddSub); AArch64InstrInfo.td:2770 (defm ADD)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REAL AARCH64 TABLEGEN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Follow the Inheritance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846320" cy="47548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Instruction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371600"/>
            <a:ext cx="6217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target-independent base (from Target.td)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.0" y="1847088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938528"/>
            <a:ext cx="4846320" cy="47548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AArch64Inst&lt;Format f, string cstr&gt;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938528"/>
            <a:ext cx="6217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adds Inst/Unpredictable bits, Namespace, TSFlags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.0" y="2414016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2505456"/>
            <a:ext cx="4846320" cy="47548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EncodedI&lt;string cstr, list&lt;dag&gt; pattern&gt;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505456"/>
            <a:ext cx="6217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fixes Format=NormalFrm, Size=4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0360.0" y="2980944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3072384"/>
            <a:ext cx="4846320" cy="47548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I&lt;dag oops, dag iops, string asm, ...&gt;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072384"/>
            <a:ext cx="6217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adds OutOperandList/InOperandList, AsmString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80360.0" y="3547872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3639312"/>
            <a:ext cx="4846320" cy="47548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BaseAddSubImm&lt;...&gt;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639312"/>
            <a:ext cx="6217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adds Rd/Rn bits, fixed opcode bits, Sched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80360.0" y="4114800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4206240"/>
            <a:ext cx="4846320" cy="47548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AddSubImmShift&lt;...&gt;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206240"/>
            <a:ext cx="6217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adds imm field + slice assignments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80360.0" y="4681728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4773168"/>
            <a:ext cx="4846320" cy="47548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(multiclass AddSub, def Wri)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773168"/>
            <a:ext cx="6217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fixes isSub/setFlags, sets Inst{31}=0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80360.0" y="5248656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" y="5340096"/>
            <a:ext cx="4846320" cy="47548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ADDWri  (via defm ADD)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340096"/>
            <a:ext cx="6217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Calibri"/>
              </a:rPr>
              <a:t>the final concrete instruction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(AArch64Inst -&gt; EncodedI -&gt; I -&gt; BaseAddSubImm -&gt; AddSubImmShift -&gt; AddSub); AArch64InstrInfo.td:2770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6 - REAL AARCH64 TABLEGEN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From One Definition to Many Instructions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371600"/>
            <a:ext cx="9235440" cy="6400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class AddSubImmShift
(one instruction SHAPE)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.0" y="2011680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463040" y="2176272"/>
            <a:ext cx="9235440" cy="7315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multiclass AddSub&lt;isSub, mnemonic, alias, OpNode&gt;
(the recipe)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.0" y="2907792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63040" y="3072384"/>
            <a:ext cx="9235440" cy="9144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defm ADD : AddSub&lt;0,"add","sub",add&gt;;
defm SUB : AddSub&lt;1,"sub","add"&gt;;
(run the recipe twice)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.0" y="3986784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63040" y="4151376"/>
            <a:ext cx="9235440" cy="10058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ADDWri, ADDXri, ADDWrr, ADDXrr, ADDWrs, ADDXrs, ...
SUBWri, SUBXri, SUBWrr, SUBXrr, SUBWrs, SUBXrs, ...
(~20 concrete records)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55B66"/>
                </a:solidFill>
                <a:latin typeface="Calibri"/>
              </a:rPr>
              <a:t>LLVM developers structure code this way so the SHAPE of an instruction family is defined and verified once, then every variant is generated mechanically and stays consistent.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AArch64InstrFormats.td (class AddSubImmShift, multiclass AddSub); AArch64InstrInfo.td:2770-2771 (defm ADD/SUB)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7 - PUTTING EVERYTHING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Complete End-to-End TableGen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4572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5248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// 1: class + parameters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F6C177"/>
                </a:solidFill>
                <a:latin typeface="Consolas"/>
              </a:rPr>
              <a:t>class MyInstBase&lt;int Op, string mnem&gt; {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 int Opcode = Op;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 string Mnemonic = mnem;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// 2: inheritance + fields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F6C177"/>
                </a:solidFill>
                <a:latin typeface="Consolas"/>
              </a:rPr>
              <a:t>class MyInst&lt;int Op, string mnem&gt;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   : MyInstBase&lt;Op, mnem&gt; {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 bits&lt;8&gt; Encoding;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 let Encoding{7-4} = Opcode;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// 3: multiclass (the recipe)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F6C177"/>
                </a:solidFill>
                <a:latin typeface="Consolas"/>
              </a:rPr>
              <a:t>multiclass MyOpFamily&lt;int Op, string mnem&gt; {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F6C177"/>
                </a:solidFill>
                <a:latin typeface="Consolas"/>
              </a:rPr>
              <a:t>  let Predicates = [HasFeatureX] in {   // 4: let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   def 8  : MyInst&lt;Op, mnem&gt;;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   def 16 : MyInst&lt;Op, mnem&gt; { let Encoding{3} = 1; 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// 5: defm -&gt; generated records MyOpFamily8 not real name;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F6C177"/>
                </a:solidFill>
                <a:latin typeface="Consolas"/>
              </a:rPr>
              <a:t>//    actual names are NAME#'8' = 'Foo8', NAME#'16' = 'Foo16'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E0E0E0"/>
                </a:solidFill>
                <a:latin typeface="Consolas"/>
              </a:rPr>
              <a:t>defm Foo : MyOpFamily&lt;3, "foo"&gt;;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C0392B"/>
                </a:solidFill>
                <a:latin typeface="Calibri"/>
              </a:rPr>
              <a:t>Same concepts in real AArch64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class + parameters -&gt; class Format&lt;bits&lt;2&gt; val&gt;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inheritance -&gt; AArch64Inst -&gt; EncodedI -&gt; I -&gt; BaseAddSubImm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fields + bit slices -&gt; let Inst{28-24} = 0b10001;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let overriding -&gt; let Inst{31} = 0; inside def Wri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multiclass -&gt; multiclass AddSub&lt;bit isSub, string mnemonic, ...&gt;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defm -&gt; defm ADD : AddSub&lt;0, "add", "sub", add&gt;;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generated records -&gt; ADDWri, ADDXri, ADDWrr, ADDXrr,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Left: illustrative beginner example. Right: AArch64InstrFormats.td + AArch64InstrInfo.td:2770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7 - PUTTING EVERYTHING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TableGen Cheat Sheet + How to Read a .td File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492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651760"/>
                <a:gridCol w="2468880"/>
              </a:tblGrid>
              <a:tr h="382385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Syntax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Think of it as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def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Concrete record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Object / instance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Reusable definition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Blueprint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multiclass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Generates definitions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Recipe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defm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Instantiates multiclass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Run recipe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Override value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Temporary override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foreach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Repeat generation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Loop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bits&lt;N&gt;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Bit field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Bit vector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!if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Conditional expression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Compile-time choice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!add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Add values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Arithmetic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!strconcat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Join strings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String concatenation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78040" y="1371600"/>
            <a:ext cx="4526280" cy="42062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48132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How to read an AArch64 .td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74519"/>
            <a:ext cx="4114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242A37"/>
                </a:solidFill>
                <a:latin typeface="Calibri"/>
              </a:rPr>
              <a:t>Find the def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242A37"/>
                </a:solidFill>
                <a:latin typeface="Calibri"/>
              </a:rPr>
              <a:t>Check its parent classes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242A37"/>
                </a:solidFill>
                <a:latin typeface="Calibri"/>
              </a:rPr>
              <a:t>Follow the inheritance chain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242A37"/>
                </a:solidFill>
                <a:latin typeface="Calibri"/>
              </a:rPr>
              <a:t>Find parameters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242A37"/>
                </a:solidFill>
                <a:latin typeface="Calibri"/>
              </a:rPr>
              <a:t>Find fields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242A37"/>
                </a:solidFill>
                <a:latin typeface="Calibri"/>
              </a:rPr>
              <a:t>Check let statements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242A37"/>
                </a:solidFill>
                <a:latin typeface="Calibri"/>
              </a:rPr>
              <a:t>Check multiclass/defm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242A37"/>
                </a:solidFill>
                <a:latin typeface="Calibri"/>
              </a:rPr>
              <a:t>Look for encoding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242A37"/>
                </a:solidFill>
                <a:latin typeface="Calibri"/>
              </a:rPr>
              <a:t>Look for operands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▸  </a:t>
            </a:r>
            <a:r>
              <a:rPr sz="1200">
                <a:solidFill>
                  <a:srgbClr val="242A37"/>
                </a:solidFill>
                <a:latin typeface="Calibri"/>
              </a:rPr>
              <a:t>Trace generated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1">
                <a:solidFill>
                  <a:srgbClr val="1F6F8B"/>
                </a:solidFill>
                <a:latin typeface="Calibri"/>
              </a:rPr>
              <a:t>Don't try to understand the entire .td file at once. Start from one def, trace its inheritance, then follow the values and generated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Summary derived from constructs used across AArch64InstrFormats.td, AArch64InstrInfo.td, AArch64.td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