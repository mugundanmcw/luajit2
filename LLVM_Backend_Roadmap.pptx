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GettingStarted.html" TargetMode="External"/><Relationship Id="rId3" Type="http://schemas.openxmlformats.org/officeDocument/2006/relationships/hyperlink" Target="https://llvm.org/docs/CMake.html" TargetMode="External"/><Relationship Id="rId4" Type="http://schemas.openxmlformats.org/officeDocument/2006/relationships/hyperlink" Target="https://llvm.org/docs/CommandGuide/opt.html" TargetMode="External"/><Relationship Id="rId5" Type="http://schemas.openxmlformats.org/officeDocument/2006/relationships/hyperlink" Target="https://llvm.org/docs/CommandGuide/llc.html" TargetMode="External"/><Relationship Id="rId6" Type="http://schemas.openxmlformats.org/officeDocument/2006/relationships/hyperlink" Target="https://llvm.org/docs/CommandGuide/llvm-mc.html" TargetMode="External"/><Relationship Id="rId7" Type="http://schemas.openxmlformats.org/officeDocument/2006/relationships/hyperlink" Target="https://llvm.org/docs/CommandGuide/FileCheck.html" TargetMode="External"/><Relationship Id="rId8" Type="http://schemas.openxmlformats.org/officeDocument/2006/relationships/hyperlink" Target="https://llvm.org/docs/TestingGuide.html" TargetMode="External"/><Relationship Id="rId9" Type="http://schemas.openxmlformats.org/officeDocument/2006/relationships/hyperlink" Target="https://llvm.org/docs/ProgrammersManual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LangRef.html" TargetMode="External"/><Relationship Id="rId3" Type="http://schemas.openxmlformats.org/officeDocument/2006/relationships/hyperlink" Target="https://llvm.org/docs/ProgrammersManual.html" TargetMode="External"/><Relationship Id="rId4" Type="http://schemas.openxmlformats.org/officeDocument/2006/relationships/hyperlink" Target="https://www.cs.cornell.edu/~asampson/blog/llvm.html" TargetMode="External"/><Relationship Id="rId5" Type="http://schemas.openxmlformats.org/officeDocument/2006/relationships/hyperlink" Target="https://llvm.org/docs/tutorial/MyFirstLanguageFrontend/index.html" TargetMode="External"/><Relationship Id="rId6" Type="http://schemas.openxmlformats.org/officeDocument/2006/relationships/hyperlink" Target="https://llvm.org/docs/CommandGuide/opt.html" TargetMode="External"/><Relationship Id="rId7" Type="http://schemas.openxmlformats.org/officeDocument/2006/relationships/hyperlink" Target="https://llvm.org/docs/CommandGuide/llvm-as.html" TargetMode="External"/><Relationship Id="rId8" Type="http://schemas.openxmlformats.org/officeDocument/2006/relationships/hyperlink" Target="https://github.com/llvm/llvm-project/tree/main/llvm/lib/Transforms/Utils/Mem2Reg.cp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WritingAnLLVMNewPMPass.html" TargetMode="External"/><Relationship Id="rId3" Type="http://schemas.openxmlformats.org/officeDocument/2006/relationships/hyperlink" Target="https://llvm.org/docs/Passes.html" TargetMode="External"/><Relationship Id="rId4" Type="http://schemas.openxmlformats.org/officeDocument/2006/relationships/hyperlink" Target="https://llvm.org/docs/ProgrammersManual.html#the-core-llvm-class-hierarchy-reference" TargetMode="External"/><Relationship Id="rId5" Type="http://schemas.openxmlformats.org/officeDocument/2006/relationships/hyperlink" Target="https://llvm.org/doxygen/classllvm_1_1LoopInfo.html" TargetMode="External"/><Relationship Id="rId6" Type="http://schemas.openxmlformats.org/officeDocument/2006/relationships/hyperlink" Target="https://llvm.org/doxygen/classllvm_1_1DominatorTree.html" TargetMode="External"/><Relationship Id="rId7" Type="http://schemas.openxmlformats.org/officeDocument/2006/relationships/hyperlink" Target="https://github.com/llvm/llvm-project/blob/main/llvm/lib/Transforms/Scalar/DCE.cpp" TargetMode="External"/><Relationship Id="rId8" Type="http://schemas.openxmlformats.org/officeDocument/2006/relationships/hyperlink" Target="https://github.com/llvm/llvm-project/blob/main/llvm/lib/Analysis/BranchProbabilityInfo.cpp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WritingAnLLVMNewPMPass.html#registering-pass" TargetMode="External"/><Relationship Id="rId3" Type="http://schemas.openxmlformats.org/officeDocument/2006/relationships/hyperlink" Target="https://llvm.org/docs/CodeGenerator.html" TargetMode="External"/><Relationship Id="rId4" Type="http://schemas.openxmlformats.org/officeDocument/2006/relationships/hyperlink" Target="https://llvm.org/docs/CommandGuide/llc.html" TargetMode="External"/><Relationship Id="rId5" Type="http://schemas.openxmlformats.org/officeDocument/2006/relationships/hyperlink" Target="https://llvm.org/doxygen/classllvm_1_1TargetMachine.html" TargetMode="External"/><Relationship Id="rId6" Type="http://schemas.openxmlformats.org/officeDocument/2006/relationships/hyperlink" Target="https://github.com/llvm/llvm-project/blob/main/llvm/lib/Target/X86/X86TargetMachine.cpp" TargetMode="External"/><Relationship Id="rId7" Type="http://schemas.openxmlformats.org/officeDocument/2006/relationships/hyperlink" Target="https://github.com/llvm/llvm-project/tree/main/llvm/lib/Target/Lana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CodeGenerator.html" TargetMode="External"/><Relationship Id="rId3" Type="http://schemas.openxmlformats.org/officeDocument/2006/relationships/hyperlink" Target="https://llvm.org/docs/TableGen/ProgRef.html" TargetMode="External"/><Relationship Id="rId4" Type="http://schemas.openxmlformats.org/officeDocument/2006/relationships/hyperlink" Target="https://llvm.org/docs/TableGen/index.html" TargetMode="External"/><Relationship Id="rId5" Type="http://schemas.openxmlformats.org/officeDocument/2006/relationships/hyperlink" Target="https://llvm.org/docs/WritingAnLLVMBackend.html" TargetMode="External"/><Relationship Id="rId6" Type="http://schemas.openxmlformats.org/officeDocument/2006/relationships/hyperlink" Target="https://github.com/llvm/llvm-project/tree/main/llvm/lib/Target/Lanai" TargetMode="External"/><Relationship Id="rId7" Type="http://schemas.openxmlformats.org/officeDocument/2006/relationships/hyperlink" Target="https://llvm.org/docs/CommandGuide/tblgen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WritingAnLLVMBackend.html" TargetMode="External"/><Relationship Id="rId3" Type="http://schemas.openxmlformats.org/officeDocument/2006/relationships/hyperlink" Target="https://llvm.org/docs/TableGen/BackGuide.html" TargetMode="External"/><Relationship Id="rId4" Type="http://schemas.openxmlformats.org/officeDocument/2006/relationships/hyperlink" Target="https://github.com/llvm/llvm-project/blob/main/llvm/lib/Target/Lanai/LanaiTargetMachine.cpp" TargetMode="External"/><Relationship Id="rId5" Type="http://schemas.openxmlformats.org/officeDocument/2006/relationships/hyperlink" Target="https://github.com/llvm/llvm-project/blob/main/llvm/lib/Target/RISCV/RISCVTargetMachine.cpp" TargetMode="External"/><Relationship Id="rId6" Type="http://schemas.openxmlformats.org/officeDocument/2006/relationships/hyperlink" Target="https://llvm.org/doxygen/classllvm_1_1TargetRegistry.html" TargetMode="External"/><Relationship Id="rId7" Type="http://schemas.openxmlformats.org/officeDocument/2006/relationships/hyperlink" Target="https://github.com/llvm/llvm-project/blob/main/llvm/lib/Target/Lanai/LanaiRegisterInfo.t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xygen/classllvm_1_1TargetFrameLowering.html" TargetMode="External"/><Relationship Id="rId3" Type="http://schemas.openxmlformats.org/officeDocument/2006/relationships/hyperlink" Target="https://llvm.org/docs/CodeGenerator.html#prologue-epilogue-code-insertion" TargetMode="External"/><Relationship Id="rId4" Type="http://schemas.openxmlformats.org/officeDocument/2006/relationships/hyperlink" Target="https://github.com/llvm/llvm-project/blob/main/llvm/lib/Target/Lanai/LanaiFrameLowering.cpp" TargetMode="External"/><Relationship Id="rId5" Type="http://schemas.openxmlformats.org/officeDocument/2006/relationships/hyperlink" Target="https://github.com/llvm/llvm-project/blob/main/llvm/lib/Target/Lanai/LanaiISelLowering.cpp" TargetMode="External"/><Relationship Id="rId6" Type="http://schemas.openxmlformats.org/officeDocument/2006/relationships/hyperlink" Target="https://github.com/llvm/llvm-project/blob/main/llvm/lib/Target/RISCV/RISCVCallingConv.td" TargetMode="External"/><Relationship Id="rId7" Type="http://schemas.openxmlformats.org/officeDocument/2006/relationships/hyperlink" Target="https://llvm.org/doxygen/classllvm_1_1MachineFrameInfo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CodeGenerator.html#selectiondag-isel-instruction-selection-process" TargetMode="External"/><Relationship Id="rId3" Type="http://schemas.openxmlformats.org/officeDocument/2006/relationships/hyperlink" Target="https://llvm.org/doxygen/classllvm_1_1TargetLowering.html" TargetMode="External"/><Relationship Id="rId4" Type="http://schemas.openxmlformats.org/officeDocument/2006/relationships/hyperlink" Target="https://llvm.org/doxygen/SelectionDAGNodes_8h_source.html" TargetMode="External"/><Relationship Id="rId5" Type="http://schemas.openxmlformats.org/officeDocument/2006/relationships/hyperlink" Target="https://github.com/llvm/llvm-project/blob/main/llvm/lib/Target/Lanai/LanaiISelLowering.cpp" TargetMode="External"/><Relationship Id="rId6" Type="http://schemas.openxmlformats.org/officeDocument/2006/relationships/hyperlink" Target="https://www.youtube.com/watch?v=1e0faFsSXQg" TargetMode="External"/><Relationship Id="rId7" Type="http://schemas.openxmlformats.org/officeDocument/2006/relationships/hyperlink" Target="https://github.com/llvm/llvm-project/blob/main/llvm/lib/CodeGen/SelectionDAG/SelectionDAGISel.cpp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TableGen/ProgRef.html#instruction-selector-patterns" TargetMode="External"/><Relationship Id="rId3" Type="http://schemas.openxmlformats.org/officeDocument/2006/relationships/hyperlink" Target="https://llvm.org/docs/WritingAnLLVMBackend.html#instruction-selector" TargetMode="External"/><Relationship Id="rId4" Type="http://schemas.openxmlformats.org/officeDocument/2006/relationships/hyperlink" Target="https://github.com/llvm/llvm-project/blob/main/llvm/lib/Target/Lanai/LanaiInstrInfo.td" TargetMode="External"/><Relationship Id="rId5" Type="http://schemas.openxmlformats.org/officeDocument/2006/relationships/hyperlink" Target="https://github.com/llvm/llvm-project/blob/main/llvm/lib/Target/RISCV/RISCVInstrInfo.td" TargetMode="External"/><Relationship Id="rId6" Type="http://schemas.openxmlformats.org/officeDocument/2006/relationships/hyperlink" Target="https://llvm.org/docs/CommandGuide/tblgen.html" TargetMode="External"/><Relationship Id="rId7" Type="http://schemas.openxmlformats.org/officeDocument/2006/relationships/hyperlink" Target="https://www.youtube.com/watch?v=Fv4nEhQ6TNo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CodeGenerator.html#instruction-scheduling" TargetMode="External"/><Relationship Id="rId3" Type="http://schemas.openxmlformats.org/officeDocument/2006/relationships/hyperlink" Target="https://llvm.org/docs/TableGen/ProgRef.html" TargetMode="External"/><Relationship Id="rId4" Type="http://schemas.openxmlformats.org/officeDocument/2006/relationships/hyperlink" Target="https://github.com/llvm/llvm-project/blob/main/llvm/lib/Target/Lanai/LanaiSchedule.td" TargetMode="External"/><Relationship Id="rId5" Type="http://schemas.openxmlformats.org/officeDocument/2006/relationships/hyperlink" Target="https://llvm.org/doxygen/MachineScheduler_8h_source.html" TargetMode="External"/><Relationship Id="rId6" Type="http://schemas.openxmlformats.org/officeDocument/2006/relationships/hyperlink" Target="https://github.com/llvm/llvm-project/blob/main/llvm/lib/Target/RISCV/RISCVSchedule.td" TargetMode="External"/><Relationship Id="rId7" Type="http://schemas.openxmlformats.org/officeDocument/2006/relationships/hyperlink" Target="https://www.youtube.com/watch?v=brpomKUynEA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CodeGenerator.html#register-allocation" TargetMode="External"/><Relationship Id="rId3" Type="http://schemas.openxmlformats.org/officeDocument/2006/relationships/hyperlink" Target="https://llvm.org/doxygen/classllvm_1_1TargetRegisterInfo.html" TargetMode="External"/><Relationship Id="rId4" Type="http://schemas.openxmlformats.org/officeDocument/2006/relationships/hyperlink" Target="https://llvm.org/doxygen/classllvm_1_1LiveIntervals.html" TargetMode="External"/><Relationship Id="rId5" Type="http://schemas.openxmlformats.org/officeDocument/2006/relationships/hyperlink" Target="https://github.com/llvm/llvm-project/blob/main/llvm/lib/Target/Lanai/LanaiRegisterInfo.cpp" TargetMode="External"/><Relationship Id="rId6" Type="http://schemas.openxmlformats.org/officeDocument/2006/relationships/hyperlink" Target="https://github.com/llvm/llvm-project/blob/main/llvm/lib/CodeGen/RegAllocGreedy.cpp" TargetMode="External"/><Relationship Id="rId7" Type="http://schemas.openxmlformats.org/officeDocument/2006/relationships/hyperlink" Target="https://www.youtube.com/watch?v=IK8TMJf3G6U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MIRLangRef.html" TargetMode="External"/><Relationship Id="rId3" Type="http://schemas.openxmlformats.org/officeDocument/2006/relationships/hyperlink" Target="https://llvm.org/docs/TestingGuide.html" TargetMode="External"/><Relationship Id="rId4" Type="http://schemas.openxmlformats.org/officeDocument/2006/relationships/hyperlink" Target="https://llvm.org/docs/CodeGenerator.html#machine-code-passes" TargetMode="External"/><Relationship Id="rId5" Type="http://schemas.openxmlformats.org/officeDocument/2006/relationships/hyperlink" Target="https://llvm.org/doxygen/classllvm_1_1MachineFunctionPass.html" TargetMode="External"/><Relationship Id="rId6" Type="http://schemas.openxmlformats.org/officeDocument/2006/relationships/hyperlink" Target="https://github.com/llvm/llvm-project/tree/main/llvm/test/CodeGen/Lanai" TargetMode="External"/><Relationship Id="rId7" Type="http://schemas.openxmlformats.org/officeDocument/2006/relationships/hyperlink" Target="https://github.com/llvm/llvm-project/blob/main/llvm/utils/update_mir_test_checks.py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CodeGenerator.html#the-mc-layer" TargetMode="External"/><Relationship Id="rId3" Type="http://schemas.openxmlformats.org/officeDocument/2006/relationships/hyperlink" Target="https://llvm.org/doxygen/classllvm_1_1MCStreamer.html" TargetMode="External"/><Relationship Id="rId4" Type="http://schemas.openxmlformats.org/officeDocument/2006/relationships/hyperlink" Target="https://github.com/llvm/llvm-project/blob/main/llvm/lib/Target/Lanai/LanaiAsmPrinter.cpp" TargetMode="External"/><Relationship Id="rId5" Type="http://schemas.openxmlformats.org/officeDocument/2006/relationships/hyperlink" Target="https://github.com/llvm/llvm-project/blob/main/llvm/lib/Target/Lanai/MCTargetDesc/LanaiMCCodeEmitter.cpp" TargetMode="External"/><Relationship Id="rId6" Type="http://schemas.openxmlformats.org/officeDocument/2006/relationships/hyperlink" Target="https://github.com/llvm/llvm-project/blob/main/llvm/lib/Target/Lanai/MCTargetDesc/LanaiAsmBackend.cpp" TargetMode="External"/><Relationship Id="rId7" Type="http://schemas.openxmlformats.org/officeDocument/2006/relationships/hyperlink" Target="https://llvm.org/docs/CommandGuide/llvm-objdump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lvm.org/docs/LangRef.html" TargetMode="External"/><Relationship Id="rId3" Type="http://schemas.openxmlformats.org/officeDocument/2006/relationships/hyperlink" Target="https://llvm.org/docs/CodeGenerator.html" TargetMode="External"/><Relationship Id="rId4" Type="http://schemas.openxmlformats.org/officeDocument/2006/relationships/hyperlink" Target="https://llvm.org/docs/WritingAnLLVMBackend.html" TargetMode="External"/><Relationship Id="rId5" Type="http://schemas.openxmlformats.org/officeDocument/2006/relationships/hyperlink" Target="https://llvm.org/docs/TableGen/ProgRef.html" TargetMode="External"/><Relationship Id="rId6" Type="http://schemas.openxmlformats.org/officeDocument/2006/relationships/hyperlink" Target="https://llvm.org/docs/MIRLangRef.html" TargetMode="External"/><Relationship Id="rId7" Type="http://schemas.openxmlformats.org/officeDocument/2006/relationships/hyperlink" Target="https://llvm.org/docs/TestingGuide.html" TargetMode="External"/><Relationship Id="rId8" Type="http://schemas.openxmlformats.org/officeDocument/2006/relationships/hyperlink" Target="https://github.com/llvm/llvm-project/tree/main/llvm/lib/Target/Lanai" TargetMode="External"/><Relationship Id="rId9" Type="http://schemas.openxmlformats.org/officeDocument/2006/relationships/hyperlink" Target="https://github.com/llvm/llvm-project/tree/main/llvm/lib/Target/RISCV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8CFF"/>
                </a:solidFill>
                <a:latin typeface="Calibri"/>
              </a:rPr>
              <a:t>A HANDS-ON, SOURCE-DRIVEN LEARNING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LLVM Backend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D6E8"/>
                </a:solidFill>
                <a:latin typeface="Calibri"/>
              </a:rPr>
              <a:t>A 3-Month (12-Week) Mastery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3A3"/>
                </a:solidFill>
                <a:latin typeface="Calibri"/>
              </a:rPr>
              <a:t>IR → SelectionDAG → Scheduling → RegAlloc → MIR → MC Layer → Custom ISA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3"/>
                </a:solidFill>
                <a:latin typeface="Calibri"/>
              </a:rPr>
              <a:t>Anchored in the official LLVM Language Reference, Code Generator docs,
TableGen reference, and real target implementations (Lanai, RISC-V, Mips, X86).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Program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2D8CFF"/>
                </a:solidFill>
              </a:rPr>
              <a:t>By the end of this roadmap, you will be able to: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Read, write, and analyze LLVM IR, including SSA form and dominance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Author, register, and run custom LLVM IR analysis &amp; transform passes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Explain the full LLVM pipeline from IR to object code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Scaffold a brand-new LLVM target (TableGen + C++)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Implement SelectionDAG-based instruction selection &amp; lowering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Define scheduling models and register allocation constraints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Generate, inspect, and test Machine IR (MIR) at each CodeGen stage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Implement the MC layer: asm printing, encoding, fixups, relocations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Ship a working LLVM backend for a self-designed custom 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2D8CFF"/>
                </a:solidFill>
              </a:rPr>
              <a:t>Learning Philosophy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Documentation-first: every topic anchored in official LLVM docs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Source-driven: study real target backends (Lanai, RISC-V, Mips, X86)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Build-as-you-learn: every week advances the capstone backend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Test-driven CodeGen: use FileCheck + llc/opt + MIR tests throughout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</a:rPr>
              <a:t>▸  </a:t>
            </a:r>
            <a:r>
              <a:rPr sz="1350">
                <a:solidFill>
                  <a:srgbClr val="1A1A1A"/>
                </a:solidFill>
              </a:rPr>
              <a:t>Debug like a maintainer: -debug-only, -print-after-all, llvm-mc, llvm-objdump, TableGen -print-records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12-Week Roadmap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868680" cy="6583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143000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43000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LLVM IR Fundamentals &amp; SSA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56232"/>
            <a:ext cx="868680" cy="6583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56232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856232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56232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Control-Flow / Data-Flow Analysis + Custom IR Passes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69464"/>
            <a:ext cx="868680" cy="6583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69464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569464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569464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Registering/Running Passes + Backend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82696"/>
            <a:ext cx="868680" cy="6583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82696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282696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282696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Full IR→MC Pipeline + TableGen Foundations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95928"/>
            <a:ext cx="868680" cy="658368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95928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3995928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3995928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Custom Backend: Target Scaffolding &amp; Registration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709160"/>
            <a:ext cx="868680" cy="658368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709160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4709160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709160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Custom Backend: Calling Conventions &amp; Frame Lowering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143000"/>
            <a:ext cx="868680" cy="658368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143000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1143000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1143000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SelectionDAG Framework &amp; Target Lowering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856232"/>
            <a:ext cx="868680" cy="658368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856232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1856232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1856232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SelectionDAG Pattern Matching &amp; Instr. Selection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569464"/>
            <a:ext cx="868680" cy="6583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569464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2569464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2569464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Instruction Scheduling Models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282696"/>
            <a:ext cx="868680" cy="6583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282696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282696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3282696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Register Allocation: Classes, Info, Algorithms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3995928"/>
            <a:ext cx="868680" cy="6583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3995928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3995928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3995928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Machine IR (MIR), Machine Passes, Debugging/Testing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709160"/>
            <a:ext cx="868680" cy="6583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4709160"/>
            <a:ext cx="868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Wk 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4709160"/>
            <a:ext cx="4709160" cy="658368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709160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>
                <a:solidFill>
                  <a:srgbClr val="1A1A1A"/>
                </a:solidFill>
              </a:rPr>
              <a:t>MC Layer: Encoding, Fixups, Relocations + Capstone Demo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589788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1F3A"/>
                </a:solidFill>
              </a:rPr>
              <a:t>■ Phase 1: Foundations (Wk 1-4)</a:t>
            </a:r>
            <a:r>
              <a:rPr sz="1100" b="1">
                <a:solidFill>
                  <a:srgbClr val="2D8CFF"/>
                </a:solidFill>
              </a:rPr>
              <a:t>■    Phase 2: Custom Backend &amp; SelectionDAG (Wk 5-8)</a:t>
            </a:r>
            <a:r>
              <a:rPr sz="1100" b="1">
                <a:solidFill>
                  <a:srgbClr val="1F9D55"/>
                </a:solidFill>
              </a:rPr>
              <a:t>■    Phase 3: Scheduling, RegAlloc, MIR, MC &amp; Capstone (Wk 9-12)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GETTING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Prerequisites &amp; Environment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Prerequisite Knowledge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Intermediate C++ (templates, RTTI patterns, smart pointers)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Computer architecture basics: registers, ISA, calling conventions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Comfortable building large CMake-based C++ projects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Basic familiarity with compilers (lexing/parsing optional, not 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Build LLVM From Source (Debug + Assertions)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cmake -S llvm -B build -G Ninja -DLLVM_ENABLE_PROJECTS=clang -DLLVM_TARGETS_TO_BUILD="X86" -DCMAKE_BUILD_TYPE=Debug -DLLVM_ENABLE_ASSERTIONS=ON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ninja -C build opt llc llvm-mc llvm-objdump FileCheck llvm-lit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Core Tools &amp; Docs You'll Live 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2"/>
              </a:rPr>
              <a:t>Getting Started with LLVM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3"/>
              </a:rPr>
              <a:t>CMake build guide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4"/>
              </a:rPr>
              <a:t>opt - IR optimizer/pass runner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5"/>
              </a:rPr>
              <a:t>llc - static compiler (IR→asm/obj)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6"/>
              </a:rPr>
              <a:t>llvm-mc - standalone assembler/disassembler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7"/>
              </a:rPr>
              <a:t>FileCheck - test verification tool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8"/>
              </a:rPr>
              <a:t>LLVM Testing Guide (lit + FileCheck)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A6FD1"/>
                </a:solidFill>
              </a:rPr>
              <a:t>▸  </a:t>
            </a:r>
            <a:r>
              <a:rPr sz="1200" u="sng">
                <a:solidFill>
                  <a:srgbClr val="1A6FD1"/>
                </a:solidFill>
                <a:hlinkClick r:id="rId9"/>
              </a:rPr>
              <a:t>Programmer's Manual (core data structures)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Mini-Project Arc: Custom ISA + LLVM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8A93A3"/>
                </a:solidFill>
                <a:latin typeface="Calibri"/>
              </a:rPr>
              <a:t>A minimal RISC-style custom ISA ("MyRISC") implemented incrementally, week by week: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1051560" cy="713232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Wk 5-6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691640"/>
            <a:ext cx="10195560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709928"/>
            <a:ext cx="9966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A1A1A"/>
                </a:solidFill>
              </a:rPr>
              <a:t>Design ISA (registers, instr formats, calling convention). Scaffold target triple, register target in TargetRegistry. Define RegisterInfo/InstrInfo TableGen skeletons.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59736"/>
            <a:ext cx="1051560" cy="713232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59736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Wk 7-8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459736"/>
            <a:ext cx="10195560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2478024"/>
            <a:ext cx="9966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A1A1A"/>
                </a:solidFill>
              </a:rPr>
              <a:t>Implement TargetLowering for core ops (add/sub/load/store/branch). Write SelectionDAG patterns (.td) for arithmetic, control flow, and calls.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51560" cy="713232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227832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Wk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227832"/>
            <a:ext cx="10195560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3246120"/>
            <a:ext cx="9966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A1A1A"/>
                </a:solidFill>
              </a:rPr>
              <a:t>Attach an instruction scheduling model (InOrder or simple itinerary) to the target description.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51560" cy="713232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95928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Wk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995928"/>
            <a:ext cx="10195560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014216"/>
            <a:ext cx="9966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A1A1A"/>
                </a:solidFill>
              </a:rPr>
              <a:t>Define register classes &amp; allocation order; validate greedy register allocator output on test functions.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64024"/>
            <a:ext cx="1051560" cy="713232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64024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Wk 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764024"/>
            <a:ext cx="10195560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4782312"/>
            <a:ext cx="9966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A1A1A"/>
                </a:solidFill>
              </a:rPr>
              <a:t>Inspect/debug generated MIR across SSA→virtual-reg→physical-reg stages; write MIR regression tests.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532120"/>
            <a:ext cx="1051560" cy="713232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Wk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532120"/>
            <a:ext cx="10195560" cy="713232"/>
          </a:xfrm>
          <a:prstGeom prst="rect">
            <a:avLst/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5550408"/>
            <a:ext cx="9966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A1A1A"/>
                </a:solidFill>
              </a:rPr>
              <a:t>Implement AsmPrinter, MCCodeEmitter, fixups/relocations; emit working assembly and ELF object files; final demo.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8CFF"/>
                </a:solidFill>
                <a:latin typeface="Calibri"/>
              </a:rPr>
              <a:t>PHASE 1  •  Weeks 1-4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Foundations: LLVM IR &amp;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Master LLVM IR, SSA form, and the LLVM pass pipeline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Write, register, and run custom analysis &amp; transform passes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Understand how the backend turns IR into machine code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Survey TableGen and target description files before building your 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1 •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LLVM IR Fundamentals &amp; SSA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LLVM IR's three forms: in-memory, bitcode, and .ll text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Grasp SSA (Static Single Assignment) form and why LLVM uses it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core IR constructs: types, instructions, basic blocks, functions, modules, metadata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phi nodes and how SSA represents control-flow merges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Write small C programs; compile with clang -S -emit-llvm and read the .ll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Hand-write a .ll file implementing factorial/fibonacci using phi nodes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Use opt -passes=verify and llvm-as/llvm-dis to validate &amp; round-trip IR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Use opt -passes=mem2reg to see how alloca-based code becomes SSA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LLVM Language Reference Manual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LLVM Programmer's Manual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"LLVM for Grad Students" tutorial (SSA intuition)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Kaleidoscope Tutorial Ch.1-3 (IR generation)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opt command guide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llvm-as / llvm-dis command guides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8"/>
              </a:rPr>
              <a:t>mem2reg pass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A hand-written .ll file (with phi nodes) that verifies cleanly under `opt -passes=verify`, plus short notes explaining SSA dominance for each phi operand.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1 •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Control-Flow / Data-Flow Analysis &amp; Custom IR Passes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CFGs, dominator trees, and loop structure in LLVM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classic data-flow analyses: liveness, reaching definitions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New Pass Manager (NPM) architecture vs legacy PM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the difference between Analysis passes and Transform passes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Use opt -passes=dot-cfg / -passes=print&lt;domtree&gt; to visualize CFG &amp; dominators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Write a FunctionAnalysisManager-based analysis pass that counts instructions per basic block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Write a transform pass that performs a trivial peephole optimization (e.g., constant-fold or dead-store elimination on simple patterns)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Study LoopInfo and DominatorTree usage in an existing LLVM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Writing an LLVM Pass (New PM)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LLVM's Analysis and Transform Passes list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Dominator Tree docs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LoopInfo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DominatorTree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Example: DCE pass source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8"/>
              </a:rPr>
              <a:t>Example analysis: BranchProbabilityInfo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A custom FunctionPass (New PM) that computes and prints a simple data-flow fact (e.g., per-block live-variable counts) for an input .ll 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1 •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Registering &amp; Running Passes + Backend Architecture Intro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how passes are registered (PassBuilder, plugin registration, PassPlugin API) and invoked via opt -passes=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how to build a pass as a standalone shared-object plugin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Get a first look at the CodeGen pipeline: IR → SelectionDAG → MachineInstr → MC → object code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TargetMachine, TargetLowering, and Subtarget abstractions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Build your Week 2 pass as an out-of-tree pass plugin (llvmGetPassPluginInfo) and load it with `opt -load-pass-plugin`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Run `llc -print-after-all` on a small .c/.ll file; read the stage-by-stage dumps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Diagram the full pipeline stages you observe (IR, DAG, MachineInstr, MC)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Read the X86TargetMachine.cpp to see how a real target wires everything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Writing an LLVM Pass — Registration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The LLVM Target-Independent Code Generator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llc command guide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TargetMachine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X86TargetMachine.cpp (real target wiring)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Lanai backend (small reference target)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A standalone pass plugin (.so/.dll) loadable via `opt -load-pass-plugin=... -passes=mypass`, plus a one-page diagram of the full IR-to-object-code pipeline annotated with the llc debug output you captured.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1 •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Full IR→MC Pipeline &amp; TableGen 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every major stage: Instruction Selection, Scheduling, Register Allocation, Prologue/Epilogue Insertion, MC Lowering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TableGen syntax: classes, defs, multiclass, let, fields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how .td files generate C++ (Instr/Reg/Sched info)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Survey an existing small target (Lanai) end-to-end as 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Read CodeGenerator.html fully and annotate each pipeline stage with the corresponding LLVM source directory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Run llvm-tblgen -print-records on an existing target's .td files; study the generated .inc output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Trace one instruction (e.g., ADD) from Lanai's LanaiInstrInfo.td through generated LanaiGenInstrInfo.inc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Set up your own out-of-tree or in-tree target skeleton directory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The LLVM Target-Independent Code Generator (full read)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TableGen Programmer's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TableGen Overview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Writing an LLVM Backend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Lanai target source (small, readable target)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llvm-tblgen command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Annotated pipeline diagram (stage → source directory → key classes) plus a skeleton directory for your custom target (llvm/lib/Target/MyRISC/) containing an empty MyRISC.td and CMakeLists.txt.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MONTH 1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Foundations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Deliverables Checklist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Hand-written, verified LLVM IR file demonstrating SSA / phi usage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Custom IR analysis pass + custom IR transform pass (New PM)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Pass packaged as a loadable plugin and exercised via opt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Full pipeline diagram (IR → SelectionDAG → MachineInstr → MC → object)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Target skeleton directory created for the capstone 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Success Criteria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explain SSA form and dominance to a peer without notes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write a new FunctionPass from scratch in under 30 minutes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trace any instruction through llc -print-after-all output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locate the TableGen definitions behind any X86/Lanai instruction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Comfortable navigating llvm/lib/CodeGen and llvm/lib/Target source trees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8CFF"/>
                </a:solidFill>
                <a:latin typeface="Calibri"/>
              </a:rPr>
              <a:t>PHASE 2  •  Weeks 5-8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Building a Custom LLVM Backend &amp; SelectionDAG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Scaffold a brand-new target from scratch: registration, subtarget, register/instruction descriptions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Implement calling conventions and stack frame lowering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Master the SelectionDAG framework and target-specific lowering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Write TableGen pattern-matching rules to select real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2 • CUSTOM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Target Scaffolding &amp;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minimum set of classes needed to register a new target: TargetMachine, MCAsmInfo, MCInstrInfo, MCRegisterInfo, MCSubtargetInfo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the TargetRegistry / RegisterTarget&lt;&gt; mechanism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Design your custom ISA ("MyRISC"): register set, instruction formats, memory model, calling convention outline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Triple parsing and how llc selects a target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Finalize the MyRISC ISA spec: 16 GPRs, 32-bit words, 3 instruction formats (R-type, I-type, B-type)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Create MyRISC.td, MyRISCRegisterInfo.td with register defs &amp; a GPR RegisterClass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MyRISCTargetMachine.cpp and register it via RegisterTargetMachine&lt;MyRISCTargetMachine&gt;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Get `llc -march=myrisc -help` (or an out-of-tree equivalent) to recognize your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Writing an LLVM Backend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TableGen Backend developer guide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Lanai target registration (LanaiTargetMachine.cpp)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RISC-V target registration (reference-quality)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TargetRegistry.h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llvm/lib/Target/Lanai/LanaiRegisterInfo.td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MyRISC ISA one-page spec (registers/formats/ABI) + a compiling target skeleton where `llc` recognizes the `myriscv`/`myrisc` target triple and lists its registered passes.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2 • CUSTOM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Calling Conventions &amp; Frame Lowering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TargetFrameLowering: prologue/epilogue emission, stack layout, callee-saved registers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CallingConv.td and CCAssignFn for argument/return lowering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how TargetInstrInfo + TargetRegisterInfo describe instruction shapes and register constraints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MachineFunction &amp; MachineFrameInfo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Write MyRISCFrameLowering::emitPrologue/emitEpilogue for a simple stack-pointer-based frame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Define a calling convention in MyRISCCallingConv.td (first N args in registers, rest on stack)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a minimal MyRISCInstrInfo (copyPhysReg, storeRegToStackSlot, etc.)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Compare against Lanai's LanaiFrameLowering.cpp line-by-line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TargetFrameLowering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CodeGenerator.html — Prologue/Epilogue Insertion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Lanai LanaiFrameLowering.cpp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Lanai LanaiISelLowering.cpp (calling convention lowering)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RISCVCallingConv.td (reference calling convention)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MachineFrameInfo class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Working MyRISCFrameLowering + calling convention definitions that allow llc to generate a valid (even if minimal) prologue/epilogue for a simple function stub.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2 • SELECTIONDAG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SelectionDAG Framework &amp; Target Lowering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how IR is converted to SelectionDAG nodes (SDNode/SDValue)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DAG combining, legalization (type &amp; operation legalization)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the TargetLowering interface: LowerFormalArguments, LowerReturn, LowerCall, custom lowering hooks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Study how X86/Lanai implement TargetLowering for core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Run `llc -view-isel-dags` / `-debug-only=isel` on simple IR to observe DAG construction, legalization and combining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MyRISCTargetLowering constructor: setOperationAction for ADD/SUB/LOAD/STORE/Br_CC etc.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LowerFormalArguments and LowerReturn for your calling convention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Study SelectionDAGISel.cpp to understand the selection driver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CodeGenerator.html — SelectionDAG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TargetLowering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SelectionDAGNodes.h (SDNode/SDValue reference)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Lanai LanaiISelLowering.cpp (full example)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"Life of an Instruction in LLVM" talk (2017 LLVM Dev Mtg)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SelectionDAGISel.cpp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MyRISCISelLowering.cpp with working formal-argument and return lowering, verified by `llc -debug-only=isel` showing a legal DAG for a simple add-and-return function.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2 • SELECTIONDAG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Pattern Matching &amp; Instruction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TableGen pattern-matching syntax: def Pat&lt;&gt;, SDNode profiles, ComplexPattern, multi-instruction patterns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difference between manual C++ selection (SelectionDAGISel::Select) and automatic pattern-based selection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instruction formats/encodings as expressed in InstrInfo.td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how addressing modes are matched via pattern fragments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Write MyRISCInstrInfo.td patterns for add/sub/and/or/load/store/unconditional &amp; conditional branch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Use llvm-tblgen -gen-dag-isel to inspect the generated selection table for your patterns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Compile a small .ll test function end-to-end with llc -march=myrisc and inspect the generated MachineInstrs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Study Lanai's LanaiInstrInfo.td patterns for an equivalent instruction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TableGen Programmer's Reference — Pattern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How to write a backend — Instruction Selector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Lanai LanaiInstrInfo.td (patterns)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RISCVInstrInfo.td (richer pattern reference)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llvm-tblgen command guide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2020 LLVM Dev Mtg: “A Deep Dive into SelectionDAG” talk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llc -march=myrisc successfully compiles a multi-basic-block .ll test (with arithmetic + a branch) into legal MachineInstrs via pattern-based instruction selection.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MONTH 2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Custom Backend + SelectionDAG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Deliverables Checklist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MyRISC target registered and recognized by llc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Working frame lowering (prologue/epilogue) + calling convention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MyRISCTargetLowering implementing formal args, returns, basic ops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TableGen instruction-selection patterns for arithmetic/mem/branch ops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An end-to-end .ll → MachineInstr compile for a non-trivial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Success Criteria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explain SelectionDAG's build → legalize → combine → select pipeline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add a new instruction pattern to an existing target in under an hour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llc -march=myrisc runs without crashing on 3+ distinct test functions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Comfortable reading -debug-only=isel and -view-isel-dags output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explain why type/operation legalization is necessary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8CFF"/>
                </a:solidFill>
                <a:latin typeface="Calibri"/>
              </a:rPr>
              <a:t>PHASE 3  •  Weeks 9-12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Scheduling, Register Allocation, MIR &amp; the MC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Attach scheduling models so instructions have realistic timing/latency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Define register classes and tune allocation for your custom ISA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Generate, inspect, and regression-test Machine IR at every stage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Implement the MC layer: encoding, fixups, relocations, object emission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D6E8"/>
                </a:solidFill>
              </a:rPr>
              <a:t>▸  Deliver the final capstone: a working MyRISC LLVM backend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3 •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Instruction Scheduling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purpose of the MachineScheduler (pre-RA list scheduler)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TableGen scheduling constructs: SchedMachineModel, InstrItinClass, WriteRes, ReadAdvance, ProcResource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difference between itinerary-based and the newer machine-model (SchedWrite/SchedRead) scheduling descriptions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how scheduling interacts with instruction selection output (SUnits/DAG)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Run `llc -misched-topdown -debug-only=machine-scheduler` on an existing target to observe scheduling decisions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Define a minimal SchedMachineModel for MyRISC (e.g., single in-order issue, fixed latencies for ALU/Load/Store/Branch)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Attach the model via let SchedModel = MyRISCModel in your InstrInfo.td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Compare your model's structure against Lanai's LanaiSchedule.td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CodeGenerator.html — Instruction Scheduling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TableGen Programmer's Reference — Scheduling classes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Lanai LanaiSchedule.td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MachineScheduler.h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RISCVSchedule.td (richer scheduling reference)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2019 LLVM Dev Mtg: “MachineScheduler” deep-dive talk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A MyRISCSchedule.td scheduling model wired into the target, with `llc -debug-only=machine-scheduler` showing scheduled MachineInstrs with latency annotations for a test function.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3 • REGISTER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Register Classes, Info &amp; Allocation 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RegisterClass definitions, register tuples, and aliasing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TargetRegisterInfo: getReservedRegs, getCalleeSavedRegs, register pressure / allocation order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Greedy register allocator pipeline: live-interval analysis, splitting, spilling, coloring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target-specific register constraints (e.g., paired/aliased registers, ABI-reserved registers)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Finalize MyRISCRegisterInfo.td with GPR32 RegisterClass, reserved registers (SP, RA), and callee-saved sets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MyRISCRegisterInfo::getReservedRegs / getCalleeSavedRegs / eliminateFrameIndex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Run `llc -regalloc=greedy -debug-only=regalloc` and study live interval + spill decisions on a register-pressure-heavy test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Compare allocation output for -regalloc=fast vs -regalloc=greedy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CodeGenerator.html — Register Allocation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TargetRegisterInfo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LiveInterval / LiveIntervals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Lanai LanaiRegisterInfo.cpp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Greedy Register Allocator design (RegAllocGreedy.cpp)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2015 LLVM Dev Mtg: “Greedy Register Allocation” talk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MyRISCRegisterInfo fully implemented; `llc -regalloc=greedy -march=myrisc` produces correct, spill-free register allocation for a function with more live values than physical registers.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3 • MACHINE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Machine IR (MIR), Machine Passes &amp;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MIR textual format and how it maps to MachineInstr/MachineFunction/MachineBasicBlock objects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the standard Machine Function Pass pipeline: SSA-based MIR, post-RA MIR, and the passes that transform between them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how to write MIR-level regression tests with llc -run-pass + FileCheck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common machine passes: PostRAScheduler, BranchFolding, MachineCopyPropagation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Generate MIR at multiple stages with `llc -stop-after=&lt;pass&gt; -print-after-all` and save .mir snapshots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Write a .mir regression test (using llc -run-pass=greedy or similar) with FileCheck assertions for MyRISC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Implement/inspect a simple custom MachineFunctionPass (e.g., a peephole that removes redundant moves)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Diagram the SSA-MIR → virtual-register MIR → physical-register MIR progression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MIRLangRef — Machine IR Format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Testing Guide — MIR / CodeGen testing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CodeGenerator.html — Machine Code Passes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MachineFunctionPass class reference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Example MIR tests (llvm/test/CodeGen/*/*.mir)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update_mir_test_checks.py (auto-generate MIR CHECK lines)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A suite of 3+ .mir regression tests for MyRISC covering instruction selection output, post-scheduling output, and post-register-allocation output, each verified by FileCheck.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8CFF"/>
                </a:solidFill>
                <a:latin typeface="Calibri"/>
              </a:rPr>
              <a:t>PHASE 3 • MC LAYER &amp;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MC Layer: Encoding, Fixups, Relocations + Final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128016"/>
            <a:ext cx="2148840" cy="658368"/>
          </a:xfrm>
          <a:prstGeom prst="round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5806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Learning Objectives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the MC layer: MCInst, MCStreamer, MCAsmBackend, MCCodeEmitter, MCObjectWriter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Learn how instruction encoding is generated from TableGen (gen-emitter) and how Fixups/Relocations represent unresolved values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AsmPrinter and how MachineInstr lowers to MCInst for printing or encoding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Understand ELF object emission basics (sections, symbols, relocation types)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Hands-On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MyRISCAsmPrinter::EmitInstruction (MachineInstr → MCInst lowering)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MyRISCMCCodeEmitter::encodeInstruction for each instruction format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Implement MyRISCAsmBackend::applyFixup for branch/call relocations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Run `llc -filetype=obj` to produce an ELF object, and verify with `llvm-objdump -d` / `llvm-readobj -r`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1A1A1A"/>
                </a:solidFill>
              </a:rPr>
              <a:t>▸  </a:t>
            </a:r>
            <a:r>
              <a:rPr sz="1200">
                <a:solidFill>
                  <a:srgbClr val="1A1A1A"/>
                </a:solidFill>
              </a:rPr>
              <a:t>Final demo: compile an end-to-end C-like test program through clang/opt/llc for MyRISC, producing disassemblable, correct object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440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50">
                <a:solidFill>
                  <a:srgbClr val="2D8CFF"/>
                </a:solidFill>
              </a:rPr>
              <a:t>Key Resources (Docs &amp; Source)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2"/>
              </a:rPr>
              <a:t>CodeGenerator.html — MC Layer section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3"/>
              </a:rPr>
              <a:t>MCJIT/MC Programmer's reference (MCInst, MCStreamer)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4"/>
              </a:rPr>
              <a:t>Lanai LanaiAsmPrinter.cpp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5"/>
              </a:rPr>
              <a:t>Lanai LanaiMCCodeEmitter.cpp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6"/>
              </a:rPr>
              <a:t>Lanai LanaiAsmBackend.cpp (fixups/relocations)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6FD1"/>
                </a:solidFill>
              </a:rPr>
              <a:t>▸  </a:t>
            </a:r>
            <a:r>
              <a:rPr sz="1150" u="sng">
                <a:solidFill>
                  <a:srgbClr val="1A6FD1"/>
                </a:solidFill>
                <a:hlinkClick r:id="rId7"/>
              </a:rPr>
              <a:t>llvm-objdump / llvm-readobj command guides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596128"/>
            <a:ext cx="11384280" cy="82296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5099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B56A00"/>
                </a:solidFill>
              </a:rPr>
              <a:t>DELIVERABLE:  </a:t>
            </a:r>
            <a:r>
              <a:rPr sz="1250">
                <a:solidFill>
                  <a:srgbClr val="4A3300"/>
                </a:solidFill>
              </a:rPr>
              <a:t>End-to-end demo: a non-trivial MyRISC test program compiled via llc -filetype=obj into a valid ELF object, disassembled correctly with llvm-objdump, with relocations verified via llvm-readobj -r.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MONTH 3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Capstone Backend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Deliverables Checklist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MyRISCSchedule.td scheduling model wired into the target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Fully functional register allocation (greedy) with no illegal spills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A regression test suite of MIR-level FileCheck tests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AsmPrinter + MCCodeEmitter + AsmBackend producing valid encoded instructions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A working ELF object file for a non-trivial MyRISC program, verified with llvm-objdump / llvm-readobj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D8CFF"/>
                </a:solidFill>
              </a:rPr>
              <a:t>Success Criteria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explain why scheduling happens both pre- and post-register-allocation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debug a bad register allocation using -debug-only=regalloc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read and author MIR-level regression tests independently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Can explain the full journey of one instruction: IR → DAG → MachineInstr → MCInst → encoded bytes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</a:rPr>
              <a:t>▸  </a:t>
            </a:r>
            <a:r>
              <a:rPr sz="1300">
                <a:solidFill>
                  <a:srgbClr val="1A1A1A"/>
                </a:solidFill>
              </a:rPr>
              <a:t>MyRISC backend builds cleanly and passes its own lit test suite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Beyond 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2D8CFF"/>
                </a:solidFill>
              </a:rPr>
              <a:t>Where to Go Next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C9D6E8"/>
                </a:solidFill>
              </a:rPr>
              <a:t>▸  </a:t>
            </a:r>
            <a:r>
              <a:rPr sz="1350">
                <a:solidFill>
                  <a:srgbClr val="C9D6E8"/>
                </a:solidFill>
              </a:rPr>
              <a:t>Add a second calling convention or ABI variant for MyRISC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C9D6E8"/>
                </a:solidFill>
              </a:rPr>
              <a:t>▸  </a:t>
            </a:r>
            <a:r>
              <a:rPr sz="1350">
                <a:solidFill>
                  <a:srgbClr val="C9D6E8"/>
                </a:solidFill>
              </a:rPr>
              <a:t>Implement a GlobalISel path alongside SelectionDAG for comparison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C9D6E8"/>
                </a:solidFill>
              </a:rPr>
              <a:t>▸  </a:t>
            </a:r>
            <a:r>
              <a:rPr sz="1350">
                <a:solidFill>
                  <a:srgbClr val="C9D6E8"/>
                </a:solidFill>
              </a:rPr>
              <a:t>Add vector/SIMD register classes and instructions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C9D6E8"/>
                </a:solidFill>
              </a:rPr>
              <a:t>▸  </a:t>
            </a:r>
            <a:r>
              <a:rPr sz="1350">
                <a:solidFill>
                  <a:srgbClr val="C9D6E8"/>
                </a:solidFill>
              </a:rPr>
              <a:t>Contribute a small fix or test to an existing in-tree target (e.g., RISC-V or Lanai) on LLVM's Phabricator/GitHub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C9D6E8"/>
                </a:solidFill>
              </a:rPr>
              <a:t>▸  </a:t>
            </a:r>
            <a:r>
              <a:rPr sz="1350">
                <a:solidFill>
                  <a:srgbClr val="C9D6E8"/>
                </a:solidFill>
              </a:rPr>
              <a:t>Study llvm-mca for performance/scheduling analysis of your 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2D8CFF"/>
                </a:solidFill>
              </a:rPr>
              <a:t>Core Reference Index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2"/>
              </a:rPr>
              <a:t>LLVM Language Reference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3"/>
              </a:rPr>
              <a:t>The LLVM Target-Independent Code Generator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4"/>
              </a:rPr>
              <a:t>Writing an LLVM Backend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5"/>
              </a:rPr>
              <a:t>TableGen Programmer's Reference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6"/>
              </a:rPr>
              <a:t>MIR Language Reference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7"/>
              </a:rPr>
              <a:t>LLVM Testing Guide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8"/>
              </a:rPr>
              <a:t>llvm/lib/Target/Lanai (full reference backend)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8FC3FF"/>
                </a:solidFill>
              </a:rPr>
              <a:t>▸  </a:t>
            </a:r>
            <a:r>
              <a:rPr sz="1250" u="sng">
                <a:solidFill>
                  <a:srgbClr val="8FC3FF"/>
                </a:solidFill>
                <a:hlinkClick r:id="rId9"/>
              </a:rPr>
              <a:t>llvm/lib/Target/RISCV (richer reference backend)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8"/>
                </a:solidFill>
                <a:latin typeface="Calibri"/>
              </a:rPr>
              <a:t>LLVM Backend Mastery Roadmap  |  3-Month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D6E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