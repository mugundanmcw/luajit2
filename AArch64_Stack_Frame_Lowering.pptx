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AArch64 Stack &amp; Frame Lowering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0" i="0">
                <a:solidFill>
                  <a:srgbClr val="B8C2D9"/>
                </a:solidFill>
                <a:latin typeface="Calibri"/>
              </a:rPr>
              <a:t>Prologues, Epilogues, and Stack Winding / Unwinding - an end-to-end, beginner-friendly tour of the LLVM AArch64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5196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1. Stack Fundamentals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25196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2. Frame Lowering in the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25196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3. Prologue &amp; Epilogue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4. Stack Winding &amp; Unwinding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25780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5. CFI &amp; Live Unwinding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5257800"/>
            <a:ext cx="3611880" cy="8229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6. Optimizations &amp;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AArch64FrameLowering.h/.cpp, AArch64PrologueEpilogue.h/.cpp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STACK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“The Stack”?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The stack is a region of memory used for automatic, LIFO (last-in, first-out) storage.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Every function call gets its own slice of that memory - called its stack frame.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On AArch64, the stack conventionally grows DOWNWARD: from high addresses toward low addresses.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The Stack Pointer register (SP) always points at the current “top” (lowest address) of the stack.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Allocate space  -&gt;  decrease SP   e.g. sub sp, sp, #48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Free space      -&gt;  increase SP   e.g. add sp, sp, #48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417320"/>
            <a:ext cx="5212080" cy="4480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Stack grows this way 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011680"/>
            <a:ext cx="4754880" cy="10515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High address
(caller's frame)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89720.0" y="3063240"/>
            <a:ext cx="0.0" cy="18288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12280" y="3246120"/>
            <a:ext cx="4754880" cy="10515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Callee's frame
(just allocated)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.0" y="4297680"/>
            <a:ext cx="0.0" cy="18288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12280" y="4480560"/>
            <a:ext cx="475488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 -&gt; lowest address
(current top of stack)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 ctor: TargetFrameLowering(StackGrowsDown, Align(16), 0, Align(16), true)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STACK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Do Functions Need a Stack Frame?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242A37"/>
                </a:solidFill>
                <a:latin typeface="Calibri"/>
              </a:rPr>
              <a:t>Registers are scarce and fixed in number - a stack frame is where everything that doesn't fit in registers lives: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10312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7040880"/>
              </a:tblGrid>
              <a:tr h="6553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What goes on the stack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Why it's there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Local variables / arrays / alloca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Too large for a register, or its address is taken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Register spills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Not enough physical registers for every live value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Saved callee-saved registers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Function uses x19-x28 / FP / LR and must restore them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Outgoing call arguments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Too many arguments for the callee's argument registers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Alignment padding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AAPCS64 requires SP to be 16-byte aligned at call boundaries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AArch64FrameLowering::determineCalleeSaves; MachineFrameInfo; AAPCS64 stack alignment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STACK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AArch64 Registers for the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28800"/>
                <a:gridCol w="7863840"/>
              </a:tblGrid>
              <a:tr h="70104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Register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Alias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Stack pointer - always points at the bottom (lowest address) of the frame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x29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Frame pointer - a stable anchor for the current frame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x30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Link register - holds the return address across a call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x19-x28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callee-saved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Must be saved by the callee if used, restored before return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x0-x7 / v0-v7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argument regs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First integer/FP arguments - passed in registers, not on the stack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B66"/>
                </a:solidFill>
                <a:latin typeface="Calibri"/>
              </a:rPr>
              <a:t>FP and LR are almost always saved together as a “frame record” pair - you will constantly see: stp x29, x30, [sp, #-16]!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AArch64RegisterInfo.td (register definitions); AArch64FrameLowering::hasFPImpl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STACK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Anatomy of an AArch64 Stack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5B66"/>
                </a:solidFill>
                <a:latin typeface="Calibri"/>
              </a:rPr>
              <a:t>Higher address (top of picture)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737360"/>
            <a:ext cx="8229600" cy="65836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Caller's frame / outgoing args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450592"/>
            <a:ext cx="8229600" cy="658368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Frame record:  saved FP (x29), saved LR (x30)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163824"/>
            <a:ext cx="8229600" cy="65836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Callee-saved GPR/FP registers (x19-x28, 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877056"/>
            <a:ext cx="8229600" cy="65836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Local variables &amp; spill slots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590288"/>
            <a:ext cx="8229600" cy="65836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Dynamic / variable-sized allocations (alloca)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5303520"/>
            <a:ext cx="8229600" cy="65836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SP -&gt; lowest address (current top of stack)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624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55B66"/>
                </a:solidFill>
                <a:latin typeface="Calibri"/>
              </a:rPr>
              <a:t>Lower address (bottom of picture)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MachineFrameInfo object layout; AArch64FrameLowering::orderFrameObjects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STACK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Frame Pointer (FP) vs Stack Pointer (SP)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SP moves constantly within a function: alloca, calls, dynamic stack adjustments all change it.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FP (x29) is set ONCE near the start of the function and stays fixed for the whole function body.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Having a stable FP means local variables and spill slots can be addressed with FP-relative offsets that never change.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This makes debuggers, unwinders, and stack-trace tools able to find a frame's data reliably, even mid-function.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30352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Why AArch64Inst almost always keeps 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Enables reliable frame-pointer-based stack unwinding (used by profilers, crash-dump tools).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AArch64FrameLowering::hasFPImpl decides per-function whether a frame pointer is actually needed.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Even when a dedicated FP register isn't required, DWARF CFI info is still emitted so unwinding always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AArch64FrameLowering::hasFPImpl(); TargetFrameLowering::hasFP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STACK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Red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The red zone is a small area (128 bytes on AArch64/AAPCS64) just below SP that a leaf function may use WITHOUT adjusting SP.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A leaf function is one that makes no calls of its own, so nothing else can clobber that memory in the meantime.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Using the red zone means the function can skip emitting a prologue/epilogue SP adjustment entirely - cheaper code.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AArch64FrameLowering::canUseRedZone checks eligibility: no calls, small enough frame, not disabled by attributes.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417320"/>
            <a:ext cx="5166360" cy="4297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Without vs with red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057400"/>
            <a:ext cx="466344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130552"/>
            <a:ext cx="433425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no red zone (needs a call)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sub sp, sp, #32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...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add sp, sp, #32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3703320"/>
            <a:ext cx="466344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3776472"/>
            <a:ext cx="433425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leaf fn, small frame: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; red zone - no SP change!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str x0, [sp, #-16]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AArch64FrameLowering::canUseRedZone(const MachineFunction &amp;MF)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FRAME LOWERING IN THE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Does “Lowering” Mean Here?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Throughout LLVM code generation, functions still talk about abstract stack objects (“frame index #3”, “spill slot for %x”).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“Lowering” = converting something abstract/high-level into something concrete/target-specific and closer to real hardware.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Frame lowering is the step that turns those abstract stack objects into real SP/FP-relative memory offsets and real prologue/epilogue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3520440" cy="13716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Abstract frame
indices (MachineFrameInfo)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4892040"/>
            <a:ext cx="22860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4206240"/>
            <a:ext cx="3520440" cy="13716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AArch64FrameLowering
(this pass)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18120" y="4892040"/>
            <a:ext cx="22860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6720" y="4206240"/>
            <a:ext cx="3520440" cy="13716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Concrete SP/FP offsets +
real prologue/epilogue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llvm/CodeGen/TargetFrameLowering.h (base class); AArch64FrameLowering (target-specific impl)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FRAME LOWERING IN THE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AArch64FrameLowering: the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AArch64FrameLowering : public TargetFrameLowering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596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32320"/>
              </a:tblGrid>
              <a:tr h="574765"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emitPrologue / emitEpilogue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Insert the actual prologue/epilogue instructions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determineCalleeSaves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Decide which registers this function must save/restore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assignCalleeSavedSpillSlots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Pick stack slots/order for those saved registers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getFrameIndexReference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Convert an abstract frame index into an SP/FP offset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hasFPImpl / canUseRedZone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Policy decisions: does this function need FP? red zone?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processFunctionBeforeFrameFinalized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Late fixups once the final frame layout is known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AArch64FrameLowering.h (class AArch64FrameLowering)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FRAME LOWERING IN THE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Frame Lowering Fits in Codegen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Instruction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417320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IR -&gt; target instructions, still using virtual registers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658368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Register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057400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Virtual registers -&gt; physical registers (+ spill slots created)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658368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Prologue/Epilogue Insertion (PEI)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97480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Calls into AArch64FrameLowering to finalize the 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337560"/>
            <a:ext cx="6035040" cy="566928"/>
          </a:xfrm>
          <a:prstGeom prst="round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-&gt; determineCalleeSaves / assignCalleeSavedSpillSlots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337560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decide what to save and where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977640"/>
            <a:ext cx="6035040" cy="566928"/>
          </a:xfrm>
          <a:prstGeom prst="round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-&gt; emitPrologue / emitEpilogue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977640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insert real SP/FP instructions + CFI directives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17720"/>
            <a:ext cx="658368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Frame Indices Replaced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617720"/>
            <a:ext cx="3566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every remaining frame index becomes a concrete offset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llvm/CodeGen/PrologEpilogInserter.cpp (PEI pass) calling into AArch64FrameLowering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a Prologue?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The prologue is the block of instructions at the very start of a function that sets up its stack frame.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Typical jobs of a prologue: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allocate stack space (move SP down)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save the frame record (FP, LR)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save any other callee-saved registers this function clobbers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set up the frame pointer (FP) if needed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emit unwind info (CFI directives) describing all of the above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AArch64PrologueEmitter::emitPrologue() builds this, piece by piece.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417320"/>
            <a:ext cx="525780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Typical AArch64 prologue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965960"/>
            <a:ext cx="4754880" cy="34747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2039112"/>
            <a:ext cx="4425696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1. save frame record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stp x29, x30, [sp, #-32]!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2. set up frame pointer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mov x29, sp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3. save callee-saved regs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stp x19, x20, [sp, #16]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4. allocate locals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sub sp, sp, #64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(CFI directives interleaved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 with all of the above)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AArch64PrologueEmitter::emitPrologue() in AArch64PrologueEpilogue.cpp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an Epilogue?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The epilogue is the mirror image of the prologue, placed just before a function returns.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Typical jobs of an epilogue: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restore any callee-saved registers that were saved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restore the frame record (FP, LR)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deallocate stack space (move SP back up)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–  </a:t>
            </a:r>
            <a:r>
              <a:rPr sz="1500">
                <a:solidFill>
                  <a:srgbClr val="242A37"/>
                </a:solidFill>
                <a:latin typeface="Calibri"/>
              </a:rPr>
              <a:t>return control to the caller (ret)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AArch64EpilogueEmitter::emitEpilogue() builds this - largely the reverse order of the prologue's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417320"/>
            <a:ext cx="525780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Typical AArch64 epilogue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965960"/>
            <a:ext cx="4754880" cy="34747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2039112"/>
            <a:ext cx="4425696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1. deallocate locals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add sp, sp, #64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2. restore callee-saved regs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ldp x19, x20, [sp, #16]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3. restore frame record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ldp x29, x30, [sp], #32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4. return to caller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AArch64EpilogueEmitter::emitEpilogue() in AArch64PrologueEpilogue.cpp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Prologue and Epilogue Are Mirror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6F8B"/>
                </a:solidFill>
                <a:latin typeface="Calibri"/>
              </a:rPr>
              <a:t>PROLOGUE (entry)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21031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065776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stp x29, x30, [sp, #-32]!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mov x29, sp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stp x19, x20, [sp, #16]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sub sp, sp, #64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   ... function body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EPILOGUE (exit)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394960" cy="21031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901952"/>
            <a:ext cx="5065776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   ... function body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add sp, sp, #64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ldp x19, x20, [sp, #16]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ldp x29, x30, [sp], #32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ret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11109960" cy="17373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Whatever the prologue pushes onto the stack, the epilogue pops off - in exactly reverse order.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This symmetry is what keeps SP balanced: after the epilogue runs, SP is back to exactly what the caller expects.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AArch64PrologueEmitter / AArch64EpilogueEmitter - designed as inverse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AArch64PrologueEpilogue: the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The actual instruction-emitting logic lives in a dedicated helper hierarchy, separate from AArch64FrameLowering itself: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651760"/>
            <a:ext cx="420624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AArch64PrologueEpilogueCommon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5760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alibri"/>
              </a:rPr>
              <a:t>Shared state/helpers: HasFP, EmitCFI, SVE layout, callee-save helpers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.0" y="3429000"/>
            <a:ext cx="0.0" cy="13716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3566160"/>
            <a:ext cx="4206240" cy="777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AArch64PrologueEmitter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566160"/>
            <a:ext cx="5760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alibri"/>
              </a:rPr>
              <a:t>emitPrologue() and all prologue-only helper methods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4206240" cy="777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AArch64EpilogueEmitter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480560"/>
            <a:ext cx="5760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alibri"/>
              </a:rPr>
              <a:t>emitEpilogue() and all epilogue-only helper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Both AArch64PrologueEmitter and AArch64EpilogueEmitter derive from AArch64PrologueEpilogueCommon, so they share frame-size / SVE-layout / callee-save bookkeeping instead of duplicating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AArch64PrologueEpilogue.h - class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Inside emitPrologue():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Emit shadow-call-stack / Swift async-context setup (if enabled)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Save the frame record - stp FP, LR (if this function has a frame record)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Set up the frame pointer - emitFramePointerSetup() (mov/sub fp, sp, ...)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Emit CFI: emitDefineCFAWithFP() tells the unwinder “CFA is now FP + k”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Save remaining callee-saved GPR/FP/SVE registers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Allocate the rest of the stack frame (locals, spills) - allocateStackSpace()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Emit per-register CFI “this register was saved here” directives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AArch64PrologueEmitter::emitPrologue() in AArch64PrologueEpilogue.cpp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Setting Up the Frame Pointer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emitFramePointerSetup() - simplified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2011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1091793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// Issue    sub fp, sp, FPOffset   or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//          mov fp, sp             when FPOffset is zero.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emitFrameOffset(MBB, MBBI, DL, AArch64::FP, AArch64::SP,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              StackOffset::getFixed(FPOffset), TII,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              MachineInstr::FrameSetup, ...);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if (EmitAsyncCFI)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emitDefineCFAWithFP(MBBI, FixedObject);   // tell the unwinder about FP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109960" cy="1828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519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FP is defined relative to SP at this exact point using a fixed offset (FPOffset) computed earlier from the frame layout.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“FrameSetup” is a MachineInstr flag - it marks this instruction as part of the prologue for later passes (like the unwind-info verifier).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AArch64PrologueEmitter::emitFramePointerSetup() in AArch64PrologueEpilogue.cpp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Allocating the Rest of the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After the frame record and callee-saved registers are handled, allocateStackSpace() emits the final SP adjustment for locals/spills.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For very large frames, this can be split into multiple sub instructions (immediate encoding limits) or use a stack-probe loop on Windows to touch each page (avoids skipping guard pages).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74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406640"/>
              </a:tblGrid>
              <a:tr h="6400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Frame size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What gets emitted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Small (fits in one sub)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A single sub sp, sp, #N instruction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Large / needs realignment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Multiple sub instructions + extra alignment fixup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Windows, above probe threshold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inlineStackProbe(): loop that touches memory page-by-page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AArch64PrologueEmitter::allocateStackSpace(); AArch64FrameLowering::inlineStackProbe()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Callee-Saved Registers: Save &amp;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determineCalleeSaves() figures out which registers this function modifies that the ABI says must be preserved for the caller.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assignCalleeSavedSpillSlots() decides where in the frame each saved register lives (and pairs them for stp/ldp when possible).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spillCalleeSavedRegisters() / restoreCalleeSavedRegisters() emit the actual store/load instructions in the prologue/epilogue.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17320"/>
            <a:ext cx="539496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Why pair registers with stp/ldp?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One stp/ldp instruction moves TWO registers - half as many instructions as separate str/ldr.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Fewer instructions = smaller, faster prologues/epilogues, which matters because every function pays this cost.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producePairRegisters() decides when this pairing is legal/useful.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AArch64FrameLowering::determineCalleeSaves / assignCalleeSavedSpillSlots / producePairRegisters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PROLOGUE &amp;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Full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42A37"/>
                </a:solidFill>
                <a:latin typeface="Calibri"/>
              </a:rPr>
              <a:t>A function that uses x19, has 32 bytes of locals, and calls another function: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5486400" cy="39319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039112"/>
            <a:ext cx="5157216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foo: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; --- PROLOGUE 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stp x29, x30, [sp, #-48]!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mov x29, sp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str x19, [sp, #16]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; sp now: frame record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;         + x19 + 32B locals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; --- BODY 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... uses x19, calls bar ...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bl bar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; --- EPILOGUE 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ldr x19, [sp, #16]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ldp x29, x30, [sp], #48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  ret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5532120" cy="39319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48 bytes = 16 (frame record) + 8 (x19, rounded) + 16 (locals, rounded) + alignment padding.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SP is adjusted exactly ONCE on entry (#-48) and once on exit (#48) - this is the “combine SP bump” optimization.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The frame stays 16-byte aligned throughout, satisfying AAPCS64.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Because this function calls bar, it cannot use the red zone.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Illustrative; mirrors code generated via AArch64PrologueEmitter/AArch64EpilogueEmitter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STACK WINDING &amp;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Stack “Winding”?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“Winding” the stack simply means growing it normally, one call at a time, as your program executes.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Every call instruction (bl) pushes a new stack frame; every function's prologue extends the stack a little further.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Picture it like winding thread onto a spool: each function call adds one more “layer” on top of the previous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260604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main()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29000" y="4709160"/>
            <a:ext cx="13716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4297680"/>
            <a:ext cx="260604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-&gt; foo()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72200" y="4709160"/>
            <a:ext cx="13716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4297680"/>
            <a:ext cx="260604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-&gt; bar()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15400" y="4709160"/>
            <a:ext cx="13716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4297680"/>
            <a:ext cx="2606040" cy="8229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-&gt; baz()  (currently executing)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B66"/>
                </a:solidFill>
                <a:latin typeface="Calibri"/>
              </a:rPr>
              <a:t>Each arrow is a call: a new frame is “wound” onto the stack, growing it downward in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Conceptual - the call stack grows with each nested function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STACK WINDING &amp;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Stack “Unwinding”?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Unwinding is the reverse process: walking back up the chain of stack frames from the current point of execution toward main().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Normal function return (the epilogue + ret) is the simplest form of unwinding - one frame at a time, in the usual control flow.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But unwinding also has to work in ABNORMAL situations: C++ exceptions, signal handlers, debuggers, profilers, crash reporters.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2606040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baz()  (throw / crash here)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29000" y="4892040"/>
            <a:ext cx="137160" cy="0"/>
          </a:xfrm>
          <a:prstGeom prst="bentConnector3">
            <a:avLst/>
          </a:prstGeom>
          <a:ln w="285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4480560"/>
            <a:ext cx="260604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&lt;- bar()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72200" y="4892040"/>
            <a:ext cx="137160" cy="0"/>
          </a:xfrm>
          <a:prstGeom prst="bentConnector3">
            <a:avLst/>
          </a:prstGeom>
          <a:ln w="285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4480560"/>
            <a:ext cx="260604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&lt;- foo()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15400" y="4892040"/>
            <a:ext cx="137160" cy="0"/>
          </a:xfrm>
          <a:prstGeom prst="bentConnector3">
            <a:avLst/>
          </a:prstGeom>
          <a:ln w="285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4480560"/>
            <a:ext cx="260604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&lt;- main()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B66"/>
                </a:solidFill>
                <a:latin typeface="Calibri"/>
              </a:rPr>
              <a:t>Unwinding walks the frames in the OPPOSITE direction of winding - from where we are now, back toward the original caller.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Conceptual: exception handling / stack-trace unwinding walks frames in reverse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STACK WINDING &amp;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Is Unwinding Needed At All?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746760"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Why it needs unwinding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C++ exceptions (throw/catch)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Must skip past frames with no matching catch, running destructors along the way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Signal handlers / crash reporters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Need to print a backtrace even though the crash could be anywhere mid-function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Debuggers (e.g. gdb, lldb)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“backtrace” command needs to reconstruct every calling frame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Profilers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Sample call stacks periodically to attribute time to callers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Stack-scanning garbage collectors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7"/>
                          </a:solidFill>
                          <a:latin typeface="Calibri"/>
                        </a:rPr>
                        <a:t>Need to find every live pointer sitting in every frame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General background - motivates why LLVM emits unwind info at all (CFI/.eh_frame)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STACK WINDING &amp;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Core Problem: How Do You Undo a Frame?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To unwind ONE frame, something needs to answer three questions for the CURRENT program counter (PC):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Where is this frame's Canonical Frame Address (CFA) - i.e. what was SP right before this function was called?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Where was each callee-saved register (FP, LR, x19, ...) spilled, if this function saved it?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What is the return address (so we know where to continue unwinding, one level up)?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11109960" cy="1371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7091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42A37"/>
                </a:solidFill>
                <a:latin typeface="Calibri"/>
              </a:rPr>
              <a:t>The prologue changed SP, saved registers, and set up FP. Someone has to know EXACTLY what the prologue did, at every single instruction, in order to reverse it - even between instructions.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Motivates why CFI directives are emitted alongside every prologue instruction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CFI &amp; LIVE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Answer: CFI (Call Frame Information)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CFI = a small set of DWARF directives that describe, for every point in a function, how to compute the CFA and find saved registers.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LLVM emits CFI_INSTRUCTION pseudo-ops interleaved with real prologue/epilogue instructions - one CFI update per state change.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The assembler/linker turn these into a .eh_frame (or .debug_frame) section that unwinders read at run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3520440" cy="13716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Prologue instruction
(changes SP/FP/regs)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4892040"/>
            <a:ext cx="22860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4206240"/>
            <a:ext cx="3520440" cy="13716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Matching CFI directive
(describes the change)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18120" y="4892040"/>
            <a:ext cx="22860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6720" y="4206240"/>
            <a:ext cx="3520440" cy="13716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.eh_frame section
(read by unwinders)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llvm/CodeGen/CFIInstBuilder.h; TargetOpcode::CFI_INSTRUCTION; DWARF CFI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CFI &amp; LIVE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CFI in the Prologue - a Concrete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10917936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stp x29, x30, [sp, #-32]!      ; push frame record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.cfi_def_cfa_offset 32         ; CFA is now SP + 32 (was SP + 0)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.cfi_offset w30, -24           ; LR was saved at CFA-24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.cfi_offset w29, -32           ; FP was saved at CFA-32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mov x29, sp                    ; set up frame pointer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.cfi_def_cfa w29, 32           ; CFA is now FP + 32 (emitDefineCFAWithFP)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stp x19, x20, [sp, #16]        ; save more callee-saved regs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.cfi_offset w19, -16           ; x19 was saved at CFA-16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.cfi_offset w20, -8            ; x20 was saved at CFA-8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sub sp, sp, #64                ; allocate locals (CFA doesn't move: it's FP-based now)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B66"/>
                </a:solidFill>
                <a:latin typeface="Calibri"/>
              </a:rPr>
              <a:t>Every real instruction that changes SP/FP or spills a register is immediately followed by a .cfi_* directive describing the new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CFIInstBuilder::buildDefCFA / buildDefCFAOffset / buildOffset; AArch64PrologueEmitter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CFI &amp; LIVE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Canonical Frame Address (CFA)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The CFA is a fixed reference point for a frame: the value SP had right BEFORE the call instruction that entered this function.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Every saved register's location is described as an offset from the CFA (e.g. “CFA - 24”) - not from SP, because SP keeps moving.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As the frame pointer is set up, LLVM switches the CFA rule from “SP + offset” to “FP + offset” (emitDefineCFAWithFP), since FP won't move again for the rest of the function.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417320"/>
            <a:ext cx="525780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emitDefineCFAWithFP() - core 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965960"/>
            <a:ext cx="4754880" cy="1737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2039112"/>
            <a:ext cx="442569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int Off = CalleeSaveBaseToFrameRecordOffset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     - CalleeSavedStackSize;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CFIInstBuilder(...)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.buildDefCFA(FramePtr,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             FixedObject - Off);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754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42A37"/>
                </a:solidFill>
                <a:latin typeface="Calibri"/>
              </a:rPr>
              <a:t>This computes exactly which fixed offset from FP represents “SP at the moment of the call”, so the unwinder can always find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AArch64PrologueEmitter::emitDefineCFAWithFP() in AArch64PrologueEpilogue.cpp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CFI &amp; LIVE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a Live Unwind Actually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Start with the current PC and register state (e.g. where an exception was thrown).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Look up the CFI/unwind-info for the function containing that PC.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Use the CFI rules to compute this frame's CFA and recover any saved registers (especially the return address / LR).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The recovered return address becomes the new PC; move to the caller's frame.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Repeat steps 2-4, walking outward one frame at a time, until a matching exception handler is found (or the stack is exhausted).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General DWARF/CFI-based unwinding algorithm, as consumed by libunwind / .eh_frame readers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CFI &amp; LIVE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Two Kinds of Unwind Info on AArch64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108960"/>
                <a:gridCol w="4114800"/>
              </a:tblGrid>
              <a:tr h="609600"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Where it's used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DWARF CFI (.eh_frame)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Linux / most ELF targets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.cfi_* directives -&gt; .eh_frame section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SEH (Structured Exception Handling)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Windows (needsWinCFI)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SEH_* pseudo-ops -&gt; .xdata/.pdata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611880"/>
            <a:ext cx="11109960" cy="2377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AArch64FrameLowering::needsWinCFI(MF) decides which format a function should emit - the two are mutually exclusive per function.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insertSEH() converts a load/store instruction into the matching SEH unwind opcode on Windows.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Conceptually both answer the same question (“how do I unwind this frame?”) - just for different OS/runtime conventions.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AArch64FrameLowering::needsWinCFI(); AArch64FrameLowering::insertSEH()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CFI &amp; LIVE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Winding vs Unwinding - Side by Side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846320"/>
              </a:tblGrid>
              <a:tr h="762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Winding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Unwinding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Forward, following normal control flow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Backward, from current frame to caller(s)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When it happens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Every call instruction (bl)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Return, exception throw, signal, debugger, profiler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Who drives 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The compiled prologue code itself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A separate unwinder reading CFI/.eh_frame data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What it needs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Nothing extra - just runs the prologue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Accurate CFI describing every prologue side-effect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Failure mode if wrong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Program crashes immediately (bad codegen)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Corrupted backtrace / broken exceptions, possibly much later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Summary comparison built from AArch64PrologueEmitter/EpilogueEmitter + CFI emission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CFI &amp; LIVE UNWINDING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This Matters for the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Correctness of exceptions depends on it: a single missing or wrong CFI directive can make a C++ throw crash instead of being caught.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Debuggability depends on it: without accurate unwind info, “bt” (backtrace) in gdb/lldb produces garbage past the top frame.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Every ABI-visible register the prologue touches must have a corresponding CFI directive - the backend enforces this by construction (emit code + CFI together, never separately).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This is why AArch64PrologueEmitter/AArch64EpilogueEmitter build CFI directives inline, right next to the instruction they describe - keeping code and unwind info from drifting out of sync.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In debug builds, verifyPrologueClobbers() double-checks that the prologue didn't clobber a register it wasn't supposed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AArch64PrologueEmitter::verifyPrologueClobbers(); CFIInstBuilder usage throughout AArch64PrologueEpilogue.cpp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OPTIMIZATIONS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Shrink-Wrapping: Don't Pay When You Don't Need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Naively, the prologue runs on every entry to a function and the epilogue on every exit - even paths that never use the stack frame.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Shrink-wrapping moves the prologue/epilogue to surround only the basic blocks that actually need the frame (e.g. skip it on an early-return fast path).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AArch64FrameLowering::enableShrinkWrapping(MF) simply returns true - AArch64 fully supports this optimization.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canUseAsPrologue(MBB) checks whether a given block is a legal place to insert a (possibly shrink-wrapped) prologue.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417320"/>
            <a:ext cx="525780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Without vs with shrink-wrapping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754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42A37"/>
                </a:solidFill>
                <a:latin typeface="Consolas"/>
              </a:rPr>
              <a:t>if (fastPathCondition)
    return cheapResult;   // prologue paid for
                          // nothing here!
... uses stack frame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57200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42A37"/>
                </a:solidFill>
                <a:latin typeface="Calibri"/>
              </a:rPr>
              <a:t>Shrink-wrapping detects that the fast path never touches the frame, so the prologue/epilogue are skipped on that path entirely.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AArch64FrameLowering::enableShrinkWrapping(); ::canUseAsPrologue(); llvm/CodeGen/ShrinkWrap.cpp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OPTIMIZATIONS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Combining the SP Bump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Without this optimization, a function could adjust SP twice: once for callee-saved registers, once for locals.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shouldCombineCSRLocalStackBump() decides when it's safe/profitable to fold BOTH adjustments into a single sub sp, sp, #N instruction.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6F8B"/>
                </a:solidFill>
                <a:latin typeface="Calibri"/>
              </a:rPr>
              <a:t>Without combining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5394960" cy="1737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867912"/>
            <a:ext cx="50657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sub sp, sp, #16   ; for callee-saves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stp x19, x20, [sp]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sub sp, sp, #32   ; for locals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... 2 SP adjustments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3832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With combining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794760"/>
            <a:ext cx="5394960" cy="1737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867912"/>
            <a:ext cx="50657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sub sp, sp, #48   ; ONE adjustment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stp x19, x20, [sp, #32]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... locals live at sp[0..32)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AArch64PrologueEpilogueCommon::shouldCombineCSRLocalStackBump(); CombineSPBump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OPTIMIZATIONS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Other Backend-Facing Optimizations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223760"/>
              </a:tblGrid>
              <a:tr h="7162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Optimization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Red zone (canUseRedZone)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Leaf functions with a tiny frame skip SP adjustment entirely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Register pairing (producePairRegisters)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Use stp/ldp instead of two str/ldr - halves instruction count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Homogeneous prolog/epilog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Emit a compact HOM_Prolog/HOM_Epilog pseudo for -Os, expanded later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orderFrameObjects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Arrange stack objects to reduce padding and enable pairing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Stack-slot scavenging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42A37"/>
                          </a:solidFill>
                          <a:latin typeface="Calibri"/>
                        </a:rPr>
                        <a:t>Reuse dead stack slots for spills instead of growing the frame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AArch64FrameLowering: canUseRedZone, producePairRegisters, homogeneousPrologEpilog, orderFrameObjects, enableStackSlotScavenging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OPTIMIZATIONS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SVE / Scalable Vectors: a Special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Scalable Vector Extension (SVE) registers have a size that's only known at RUNTIME (a multiple of a hardware-defined “vector length”).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That means SVE objects can't simply get a fixed byte offset the way normal objects do - offsets are expressed as StackOffset, a pair of (fixed bytes, scalable “vector length” units).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getSVEStackSize / getZPRStackSize / getPPRStackSize compute these scalable areas separately from the normal (fixed-size) frame.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80560"/>
            <a:ext cx="11109960" cy="1554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42A37"/>
                </a:solidFill>
                <a:latin typeface="Calibri"/>
              </a:rPr>
              <a:t>This is a great example of why frame lowering is target-specific: x86 has no equivalent concept, but AArch64FrameLowering must reason about BOTH fixed and scalable stack areas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AArch64FrameLowering::getSVEStackSize/getZPRStackSize/getPPRStackSize; StackOffset (fixed + scalable)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OPTIMIZATIONS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Putting It All Together: One Function's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242A37"/>
                </a:solidFill>
                <a:latin typeface="Calibri"/>
              </a:rPr>
              <a:t>Register allocation finishes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32588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frame indices + spill slots exist, but no real offsets yet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83664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242A37"/>
                </a:solidFill>
                <a:latin typeface="Calibri"/>
              </a:rPr>
              <a:t>determineCalleeSaves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83664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decide which registers must be saved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41448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242A37"/>
                </a:solidFill>
                <a:latin typeface="Calibri"/>
              </a:rPr>
              <a:t>assignCalleeSavedSpillSlots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41448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assign each saved register a slot, pair where possible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99232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242A37"/>
                </a:solidFill>
                <a:latin typeface="Calibri"/>
              </a:rPr>
              <a:t>orderFrameObjects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999232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lay out remaining stack objects to minimize padding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57016"/>
            <a:ext cx="5120640" cy="5029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emitPrologue (AArch64PrologueEmitter)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557016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emit save/allocate instructions + matching CFI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5120640" cy="5029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emitEpilogue (AArch64EpilogueEmitter)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11480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emit restore/deallocate instructions + ret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72584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242A37"/>
                </a:solidFill>
                <a:latin typeface="Calibri"/>
              </a:rPr>
              <a:t>Frame indices replaced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672584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every abstract reference becomes a real SP/FP offset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30368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242A37"/>
                </a:solidFill>
                <a:latin typeface="Calibri"/>
              </a:rPr>
              <a:t>Assembler emits .eh_frame / SEH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230368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unwind info is now available at run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End-to-end summary of AArch64FrameLowering + AArch64PrologueEpilogue responsibilities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OPTIMIZATIONS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Winding &amp; Unwinding - Why the Backend Cares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Frame lowering is not just “make the function work” - it must also make the function's stack behavior fully DESCRIBABLE.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Winding is automatic (the emitted code does it); unwinding is not - it depends entirely on the accuracy of what the backend emits.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Every optimization discussed (shrink-wrapping, red zone, combined SP bump, register pairing) must still produce correct CFI, or unwinding silently breaks while normal execution looks fine.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This is why CFI emission lives right next to instruction emission in AArch64PrologueEmitter/AArch64EpilogueEmitter, instead of being a separate, easy-to-forget pass.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In short: frame lowering's real job is to make BOTH directions of stack traversal - down (call) and up (return/unwind) - work correctly, efficiently, and consistently.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Design rationale synthesized from AArch64FrameLowering.h/.cpp + AArch64PrologueEpilogue.h/.cpp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OPTIMIZATIONS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Cheat Sheet: Key Terms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69680"/>
              </a:tblGrid>
              <a:tr h="457200"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Stack frame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 function's private slice of the stack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Prologue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Code at function entry that sets up the frame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Epilogue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Code at function exit that tears down the frame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Frame record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Saved (FP, LR) pair anchoring a frame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CFA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Canonical Frame Address - fixed reference point per frame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CFI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Call Frame Information - DWARF directives describing the frame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Winding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Stack growing normally, one call at a time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Unwinding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Walking frames backward using CFI (return, exception, debug)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Red zone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Small area below SP a leaf function can use without adjusting SP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Shrink-wrapping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Placing prologue/epilogue only around blocks that need the frame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Glossary compiled from AArch64FrameLowering.h/.cpp and AArch64PrologueEpilogue.h/.cpp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OPTIMIZATIONS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Recap: 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Frame lowering turns abstract stack objects into concrete SP/FP-relative memory, and emits the prologue/epilogue that actually implements a function's stack frame.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Stack winding is simply normal execution growing the stack; stack unwinding is the reverse walk that exceptions, debuggers, and profilers all depend on.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CFI is the contract between the code the backend emits and every tool that needs to unwind that code correctly.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AArch64's frame lowering (AArch64FrameLowering + AArch64PrologueEpilogue) balances correctness (CFI always accurate), portability (ELF CFI vs Windows SEH), and performance (red zone, shrink-wrapping, register pairing, combined SP bump).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77840"/>
            <a:ext cx="11109960" cy="6858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8756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Next step: read AArch64PrologueEpilogue.cpp top to bottom with a real -S -o - assembly output side by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AArch64FrameLowering.h/.cpp, AArch64PrologueEpilogue.h/.cpp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